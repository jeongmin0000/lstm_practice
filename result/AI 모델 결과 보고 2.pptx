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771" r:id="rId3"/>
    <p:sldId id="799" r:id="rId4"/>
    <p:sldId id="772" r:id="rId5"/>
    <p:sldId id="773" r:id="rId6"/>
    <p:sldId id="592" r:id="rId7"/>
    <p:sldId id="766" r:id="rId8"/>
    <p:sldId id="793" r:id="rId9"/>
    <p:sldId id="775" r:id="rId10"/>
    <p:sldId id="786" r:id="rId11"/>
    <p:sldId id="789" r:id="rId12"/>
    <p:sldId id="774" r:id="rId13"/>
    <p:sldId id="770" r:id="rId14"/>
    <p:sldId id="727" r:id="rId15"/>
    <p:sldId id="784" r:id="rId16"/>
    <p:sldId id="788" r:id="rId17"/>
    <p:sldId id="791" r:id="rId18"/>
    <p:sldId id="796" r:id="rId19"/>
    <p:sldId id="795" r:id="rId20"/>
    <p:sldId id="776" r:id="rId21"/>
    <p:sldId id="723" r:id="rId22"/>
    <p:sldId id="787" r:id="rId23"/>
    <p:sldId id="790" r:id="rId24"/>
    <p:sldId id="798" r:id="rId25"/>
    <p:sldId id="794" r:id="rId26"/>
    <p:sldId id="783" r:id="rId27"/>
    <p:sldId id="785" r:id="rId28"/>
    <p:sldId id="728" r:id="rId29"/>
    <p:sldId id="7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3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7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45.png"/><Relationship Id="rId12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15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7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57.png"/><Relationship Id="rId12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19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15.png"/><Relationship Id="rId9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90.png"/><Relationship Id="rId3" Type="http://schemas.openxmlformats.org/officeDocument/2006/relationships/image" Target="../media/image62.png"/><Relationship Id="rId7" Type="http://schemas.openxmlformats.org/officeDocument/2006/relationships/image" Target="../media/image87.png"/><Relationship Id="rId12" Type="http://schemas.openxmlformats.org/officeDocument/2006/relationships/image" Target="../media/image8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88.png"/><Relationship Id="rId5" Type="http://schemas.openxmlformats.org/officeDocument/2006/relationships/image" Target="../media/image85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96.png"/><Relationship Id="rId3" Type="http://schemas.openxmlformats.org/officeDocument/2006/relationships/image" Target="../media/image74.png"/><Relationship Id="rId7" Type="http://schemas.openxmlformats.org/officeDocument/2006/relationships/image" Target="../media/image93.png"/><Relationship Id="rId12" Type="http://schemas.openxmlformats.org/officeDocument/2006/relationships/image" Target="../media/image9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4.png"/><Relationship Id="rId5" Type="http://schemas.openxmlformats.org/officeDocument/2006/relationships/image" Target="../media/image91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69.png"/><Relationship Id="rId3" Type="http://schemas.openxmlformats.org/officeDocument/2006/relationships/image" Target="../media/image62.png"/><Relationship Id="rId7" Type="http://schemas.openxmlformats.org/officeDocument/2006/relationships/image" Target="../media/image99.png"/><Relationship Id="rId12" Type="http://schemas.openxmlformats.org/officeDocument/2006/relationships/image" Target="../media/image6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67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63.png"/><Relationship Id="rId9" Type="http://schemas.openxmlformats.org/officeDocument/2006/relationships/image" Target="../media/image10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81.png"/><Relationship Id="rId3" Type="http://schemas.openxmlformats.org/officeDocument/2006/relationships/image" Target="../media/image74.png"/><Relationship Id="rId7" Type="http://schemas.openxmlformats.org/officeDocument/2006/relationships/image" Target="../media/image105.png"/><Relationship Id="rId12" Type="http://schemas.openxmlformats.org/officeDocument/2006/relationships/image" Target="../media/image8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7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75.png"/><Relationship Id="rId9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69.png"/><Relationship Id="rId3" Type="http://schemas.openxmlformats.org/officeDocument/2006/relationships/image" Target="../media/image62.png"/><Relationship Id="rId7" Type="http://schemas.openxmlformats.org/officeDocument/2006/relationships/image" Target="../media/image111.png"/><Relationship Id="rId12" Type="http://schemas.openxmlformats.org/officeDocument/2006/relationships/image" Target="../media/image6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67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63.png"/><Relationship Id="rId9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81.png"/><Relationship Id="rId3" Type="http://schemas.openxmlformats.org/officeDocument/2006/relationships/image" Target="../media/image74.png"/><Relationship Id="rId7" Type="http://schemas.openxmlformats.org/officeDocument/2006/relationships/image" Target="../media/image117.png"/><Relationship Id="rId12" Type="http://schemas.openxmlformats.org/officeDocument/2006/relationships/image" Target="../media/image8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79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75.png"/><Relationship Id="rId9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223518" y="2387295"/>
            <a:ext cx="1761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예측 잘 맞는 구간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168CB-E2CE-4EDB-85B2-A35F07E2289C}"/>
              </a:ext>
            </a:extLst>
          </p:cNvPr>
          <p:cNvSpPr txBox="1"/>
          <p:nvPr/>
        </p:nvSpPr>
        <p:spPr>
          <a:xfrm>
            <a:off x="622385" y="850612"/>
            <a:ext cx="3598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atin typeface="+mj-ea"/>
                <a:ea typeface="+mj-ea"/>
              </a:rPr>
              <a:t>예측 구간 별 특징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286A4-223F-4361-A376-48566B88985A}"/>
              </a:ext>
            </a:extLst>
          </p:cNvPr>
          <p:cNvSpPr txBox="1"/>
          <p:nvPr/>
        </p:nvSpPr>
        <p:spPr>
          <a:xfrm>
            <a:off x="5729855" y="3151576"/>
            <a:ext cx="5598544" cy="2717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다봉형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이상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플래토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계단식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급격한 상승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이벤트 중간에 비정상적으로 이동 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배수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펌프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지류 </a:t>
            </a:r>
            <a:r>
              <a:rPr lang="en-US" altLang="ko-KR" sz="1000" b="1" dirty="0">
                <a:latin typeface="+mn-ea"/>
              </a:rPr>
              <a:t>· </a:t>
            </a:r>
            <a:r>
              <a:rPr lang="ko-KR" altLang="en-US" sz="1000" b="1" dirty="0">
                <a:latin typeface="+mn-ea"/>
              </a:rPr>
              <a:t>역류 영향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상태가 다른데 같은 강우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반응을 강요 하는 상황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동일 강우라도 수위 반응이 달라짐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선행 포화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저류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관거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 err="1">
                <a:latin typeface="+mn-ea"/>
              </a:rPr>
              <a:t>우수토실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하천 시설물 운영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역수위</a:t>
            </a:r>
            <a:r>
              <a:rPr lang="ko-KR" altLang="en-US" sz="1000" b="1" dirty="0">
                <a:latin typeface="+mn-ea"/>
              </a:rPr>
              <a:t> 영향 등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4D9D7-1E27-4DCA-9B6C-80E3CCF41F70}"/>
              </a:ext>
            </a:extLst>
          </p:cNvPr>
          <p:cNvSpPr txBox="1"/>
          <p:nvPr/>
        </p:nvSpPr>
        <p:spPr>
          <a:xfrm>
            <a:off x="5729855" y="2387295"/>
            <a:ext cx="2239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예측이 잘 틀리는 구간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A95E7-CF75-48CD-BD88-83C2EE39136A}"/>
              </a:ext>
            </a:extLst>
          </p:cNvPr>
          <p:cNvSpPr txBox="1"/>
          <p:nvPr/>
        </p:nvSpPr>
        <p:spPr>
          <a:xfrm>
            <a:off x="1223518" y="3151576"/>
            <a:ext cx="3746415" cy="258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주로 </a:t>
            </a:r>
            <a:r>
              <a:rPr lang="en-US" altLang="ko-KR" sz="1000" b="1" dirty="0"/>
              <a:t>20.08.02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단봉형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상승</a:t>
            </a:r>
            <a:r>
              <a:rPr lang="en-US" altLang="ko-KR" sz="1000" b="1" dirty="0">
                <a:latin typeface="+mn-ea"/>
              </a:rPr>
              <a:t>/</a:t>
            </a:r>
            <a:r>
              <a:rPr lang="ko-KR" altLang="en-US" sz="1000" b="1" dirty="0">
                <a:latin typeface="+mn-ea"/>
              </a:rPr>
              <a:t>하강이 비교적 매끈한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+mn-ea"/>
              </a:rPr>
              <a:t>6</a:t>
            </a:r>
            <a:r>
              <a:rPr lang="ko-KR" altLang="en-US" sz="1000" b="1" dirty="0">
                <a:latin typeface="+mn-ea"/>
              </a:rPr>
              <a:t>시간 윈도우 내에 주요 상승이 다 들어오는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안정적인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선행강우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상태가 “ 학습에서 흔히 본 ” 범위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이때 </a:t>
            </a:r>
            <a:r>
              <a:rPr lang="en-US" altLang="ko-KR" sz="1000" b="1" dirty="0">
                <a:latin typeface="+mn-ea"/>
              </a:rPr>
              <a:t>Lag </a:t>
            </a:r>
            <a:r>
              <a:rPr lang="en-US" altLang="ko-KR" sz="1000" b="1" u="sng" dirty="0"/>
              <a:t>( </a:t>
            </a:r>
            <a:r>
              <a:rPr lang="ko-KR" altLang="en-US" sz="1000" b="1" u="sng" dirty="0"/>
              <a:t>지연시간 </a:t>
            </a:r>
            <a:r>
              <a:rPr lang="en-US" altLang="ko-KR" sz="1000" b="1" u="sng" dirty="0"/>
              <a:t>)</a:t>
            </a:r>
            <a:r>
              <a:rPr lang="en-US" altLang="ko-KR" sz="1000" b="1" dirty="0">
                <a:latin typeface="+mn-ea"/>
              </a:rPr>
              <a:t> ≈ 0 ~ ± 20 </a:t>
            </a:r>
            <a:r>
              <a:rPr lang="ko-KR" altLang="en-US" sz="1000" b="1" dirty="0">
                <a:latin typeface="+mn-ea"/>
              </a:rPr>
              <a:t>분 </a:t>
            </a:r>
            <a:r>
              <a:rPr lang="en-US" altLang="ko-KR" sz="1000" b="1" dirty="0">
                <a:latin typeface="+mn-ea"/>
              </a:rPr>
              <a:t>,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 Amplitude 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도 대체로 </a:t>
            </a:r>
            <a:r>
              <a:rPr lang="en-US" altLang="ko-KR" sz="1000" b="1" dirty="0">
                <a:latin typeface="+mn-ea"/>
              </a:rPr>
              <a:t>0.95 ~ 1.05 </a:t>
            </a:r>
            <a:r>
              <a:rPr lang="ko-KR" altLang="en-US" sz="1000" b="1" dirty="0">
                <a:latin typeface="+mn-ea"/>
              </a:rPr>
              <a:t>근처로 유지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69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585427" y="2300317"/>
            <a:ext cx="1837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Parallel LSTM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168CB-E2CE-4EDB-85B2-A35F07E2289C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 조건 차이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286A4-223F-4361-A376-48566B88985A}"/>
              </a:ext>
            </a:extLst>
          </p:cNvPr>
          <p:cNvSpPr txBox="1"/>
          <p:nvPr/>
        </p:nvSpPr>
        <p:spPr>
          <a:xfrm>
            <a:off x="6853766" y="3064598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9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4D9D7-1E27-4DCA-9B6C-80E3CCF41F70}"/>
              </a:ext>
            </a:extLst>
          </p:cNvPr>
          <p:cNvSpPr txBox="1"/>
          <p:nvPr/>
        </p:nvSpPr>
        <p:spPr>
          <a:xfrm>
            <a:off x="6853766" y="2300317"/>
            <a:ext cx="1837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단일</a:t>
            </a:r>
            <a:r>
              <a:rPr lang="en-US" altLang="ko-KR" sz="1600" dirty="0"/>
              <a:t> LSTM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A95E7-CF75-48CD-BD88-83C2EE39136A}"/>
              </a:ext>
            </a:extLst>
          </p:cNvPr>
          <p:cNvSpPr txBox="1"/>
          <p:nvPr/>
        </p:nvSpPr>
        <p:spPr>
          <a:xfrm>
            <a:off x="1585427" y="3064598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endParaRPr lang="en-US" altLang="ko-KR" sz="9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36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277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496516"/>
              </p:ext>
            </p:extLst>
          </p:nvPr>
        </p:nvGraphicFramePr>
        <p:xfrm>
          <a:off x="1151464" y="2687320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049863" y="1980953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168CB-E2CE-4EDB-85B2-A35F07E2289C}"/>
              </a:ext>
            </a:extLst>
          </p:cNvPr>
          <p:cNvSpPr txBox="1"/>
          <p:nvPr/>
        </p:nvSpPr>
        <p:spPr>
          <a:xfrm>
            <a:off x="622385" y="850612"/>
            <a:ext cx="4880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관심수위 </a:t>
            </a:r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5993F4-BEBA-4F53-874A-4DB1C3F7A539}"/>
              </a:ext>
            </a:extLst>
          </p:cNvPr>
          <p:cNvSpPr txBox="1"/>
          <p:nvPr/>
        </p:nvSpPr>
        <p:spPr>
          <a:xfrm>
            <a:off x="1151464" y="5102419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4EA367-8975-4067-8BEC-9FF0A6CBB56A}"/>
              </a:ext>
            </a:extLst>
          </p:cNvPr>
          <p:cNvSpPr txBox="1"/>
          <p:nvPr/>
        </p:nvSpPr>
        <p:spPr>
          <a:xfrm>
            <a:off x="8746067" y="5102419"/>
            <a:ext cx="3445933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B88205E-6591-46FC-8534-69E0CED9C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068290"/>
              </p:ext>
            </p:extLst>
          </p:nvPr>
        </p:nvGraphicFramePr>
        <p:xfrm>
          <a:off x="1151464" y="3796813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9F4263C-A5A6-4EF7-9AEB-BF3204CE710C}"/>
              </a:ext>
            </a:extLst>
          </p:cNvPr>
          <p:cNvSpPr txBox="1"/>
          <p:nvPr/>
        </p:nvSpPr>
        <p:spPr>
          <a:xfrm>
            <a:off x="1151463" y="2333963"/>
            <a:ext cx="3462867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>
                <a:latin typeface="+mn-ea"/>
              </a:rPr>
              <a:t>기본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9227A-AE8C-464C-9C9A-E19752376BE9}"/>
              </a:ext>
            </a:extLst>
          </p:cNvPr>
          <p:cNvSpPr txBox="1"/>
          <p:nvPr/>
        </p:nvSpPr>
        <p:spPr>
          <a:xfrm>
            <a:off x="1151463" y="3450298"/>
            <a:ext cx="3462867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누적 강우 추가</a:t>
            </a:r>
            <a:endParaRPr lang="en-US" altLang="ko-KR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49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C7ECDFD-8A14-4C37-BA5F-6BEEEADB429B}"/>
              </a:ext>
            </a:extLst>
          </p:cNvPr>
          <p:cNvSpPr txBox="1"/>
          <p:nvPr/>
        </p:nvSpPr>
        <p:spPr>
          <a:xfrm>
            <a:off x="8729133" y="5102419"/>
            <a:ext cx="3462867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DB8B895-0317-444C-8663-95E2E227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377951"/>
              </p:ext>
            </p:extLst>
          </p:nvPr>
        </p:nvGraphicFramePr>
        <p:xfrm>
          <a:off x="1151464" y="2687320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9E3B947-2245-462F-A380-72F1F73A5D6F}"/>
              </a:ext>
            </a:extLst>
          </p:cNvPr>
          <p:cNvSpPr txBox="1"/>
          <p:nvPr/>
        </p:nvSpPr>
        <p:spPr>
          <a:xfrm>
            <a:off x="1049863" y="1980953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5A792EE-63BA-45C7-BE9E-607657ECD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936757"/>
              </p:ext>
            </p:extLst>
          </p:nvPr>
        </p:nvGraphicFramePr>
        <p:xfrm>
          <a:off x="1151464" y="3796813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5920B8-E716-4382-AB5D-F7BDE97C6624}"/>
              </a:ext>
            </a:extLst>
          </p:cNvPr>
          <p:cNvSpPr txBox="1"/>
          <p:nvPr/>
        </p:nvSpPr>
        <p:spPr>
          <a:xfrm>
            <a:off x="1151464" y="5102419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87122E-CA8F-4038-ABD4-B765B3F99C93}"/>
              </a:ext>
            </a:extLst>
          </p:cNvPr>
          <p:cNvSpPr txBox="1"/>
          <p:nvPr/>
        </p:nvSpPr>
        <p:spPr>
          <a:xfrm>
            <a:off x="622385" y="850612"/>
            <a:ext cx="6921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+mj-ea"/>
              </a:rPr>
              <a:t>2020</a:t>
            </a:r>
            <a:r>
              <a:rPr lang="ko-KR" altLang="en-US" sz="3200" b="1" dirty="0">
                <a:latin typeface="+mj-ea"/>
              </a:rPr>
              <a:t>년 이후 관심수위 </a:t>
            </a:r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6CD93-E4E5-4014-BB57-44DCF349DBEC}"/>
              </a:ext>
            </a:extLst>
          </p:cNvPr>
          <p:cNvSpPr txBox="1"/>
          <p:nvPr/>
        </p:nvSpPr>
        <p:spPr>
          <a:xfrm>
            <a:off x="1151463" y="2333963"/>
            <a:ext cx="3462867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>
                <a:latin typeface="+mn-ea"/>
              </a:rPr>
              <a:t>기본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5079F-B9F0-4102-967C-AB0EF5E8D603}"/>
              </a:ext>
            </a:extLst>
          </p:cNvPr>
          <p:cNvSpPr txBox="1"/>
          <p:nvPr/>
        </p:nvSpPr>
        <p:spPr>
          <a:xfrm>
            <a:off x="1151463" y="3450298"/>
            <a:ext cx="3462867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누적 강우 추가</a:t>
            </a:r>
            <a:endParaRPr lang="en-US" altLang="ko-KR" sz="9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199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705725"/>
            <a:ext cx="54355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en-US" altLang="ko-KR" sz="4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37612A-D5A3-495C-A8C8-EAEC10053BAF}"/>
              </a:ext>
            </a:extLst>
          </p:cNvPr>
          <p:cNvSpPr txBox="1"/>
          <p:nvPr/>
        </p:nvSpPr>
        <p:spPr>
          <a:xfrm>
            <a:off x="622385" y="850612"/>
            <a:ext cx="7899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en-US" altLang="ko-KR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C7DC6B-B019-4730-8D2E-7C8AC61B1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85288"/>
              </p:ext>
            </p:extLst>
          </p:nvPr>
        </p:nvGraphicFramePr>
        <p:xfrm>
          <a:off x="3476425" y="488068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B1B28B5-EEF5-4F92-831F-F24A28F86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371729"/>
              </p:ext>
            </p:extLst>
          </p:nvPr>
        </p:nvGraphicFramePr>
        <p:xfrm>
          <a:off x="7157013" y="488068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0.8893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0.0233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0.1222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0.1529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-0.6973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0.2595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0.9031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0.8385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0.1142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0.1532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08415E4-3D06-4B65-A5D2-8E33D6912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220124"/>
              </p:ext>
            </p:extLst>
          </p:nvPr>
        </p:nvGraphicFramePr>
        <p:xfrm>
          <a:off x="3476425" y="3701677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/>
                        <a:t>0.9508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0.1791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0.1941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0.0253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0.0785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0.5051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0.1722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0.0165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0.1285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801ED0B-36D8-4441-9A45-B295A07F9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950182"/>
              </p:ext>
            </p:extLst>
          </p:nvPr>
        </p:nvGraphicFramePr>
        <p:xfrm>
          <a:off x="7157013" y="3701677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0.1331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0.1458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0.0247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0.1570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0.0163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0.4844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0.0517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0.1744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0.7933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0.0833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0.1207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CA3452B-30BD-43B4-ACB8-F68F069660E9}"/>
              </a:ext>
            </a:extLst>
          </p:cNvPr>
          <p:cNvSpPr/>
          <p:nvPr/>
        </p:nvSpPr>
        <p:spPr>
          <a:xfrm>
            <a:off x="4248605" y="84337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A4E71B-B6AB-442F-A44A-652BE92D4339}"/>
              </a:ext>
            </a:extLst>
          </p:cNvPr>
          <p:cNvSpPr/>
          <p:nvPr/>
        </p:nvSpPr>
        <p:spPr>
          <a:xfrm>
            <a:off x="4248605" y="4056986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B0D801-2F56-4C09-8F8A-B765A424AB27}"/>
              </a:ext>
            </a:extLst>
          </p:cNvPr>
          <p:cNvSpPr/>
          <p:nvPr/>
        </p:nvSpPr>
        <p:spPr>
          <a:xfrm>
            <a:off x="7931605" y="4056986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DA75BC-1699-4A29-B927-AB0D72E166CD}"/>
              </a:ext>
            </a:extLst>
          </p:cNvPr>
          <p:cNvSpPr/>
          <p:nvPr/>
        </p:nvSpPr>
        <p:spPr>
          <a:xfrm>
            <a:off x="7931605" y="84337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FCCFA-39D1-48FB-B5FB-759A03FAE1ED}"/>
              </a:ext>
            </a:extLst>
          </p:cNvPr>
          <p:cNvSpPr txBox="1"/>
          <p:nvPr/>
        </p:nvSpPr>
        <p:spPr>
          <a:xfrm>
            <a:off x="1339935" y="1887952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-0.54 ( 72.0 %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8AF4BB-7A38-4285-935C-C441527D43C4}"/>
              </a:ext>
            </a:extLst>
          </p:cNvPr>
          <p:cNvSpPr txBox="1"/>
          <p:nvPr/>
        </p:nvSpPr>
        <p:spPr>
          <a:xfrm>
            <a:off x="1301957" y="2488743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-0.41 ( 75.7 %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2326F2-51FF-445B-B834-74BD7A98422B}"/>
              </a:ext>
            </a:extLst>
          </p:cNvPr>
          <p:cNvSpPr txBox="1"/>
          <p:nvPr/>
        </p:nvSpPr>
        <p:spPr>
          <a:xfrm>
            <a:off x="10632525" y="1943377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-0.52( 73.1 %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7CD30-2E50-4987-8ECC-0B3237F87D68}"/>
              </a:ext>
            </a:extLst>
          </p:cNvPr>
          <p:cNvSpPr txBox="1"/>
          <p:nvPr/>
        </p:nvSpPr>
        <p:spPr>
          <a:xfrm>
            <a:off x="10614310" y="3200676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-0.25 ( 84.9 %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468BF-D6DB-4863-AEE3-9695C3AEE9FD}"/>
              </a:ext>
            </a:extLst>
          </p:cNvPr>
          <p:cNvSpPr txBox="1"/>
          <p:nvPr/>
        </p:nvSpPr>
        <p:spPr>
          <a:xfrm>
            <a:off x="10632525" y="855332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-0.38( 82.6 % 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B97755-7B2C-41E6-ABEF-B94CD6E3067F}"/>
              </a:ext>
            </a:extLst>
          </p:cNvPr>
          <p:cNvSpPr txBox="1"/>
          <p:nvPr/>
        </p:nvSpPr>
        <p:spPr>
          <a:xfrm>
            <a:off x="1359053" y="5205556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-0.36( 81.4 %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4B80BB-9804-4B0E-8B95-57432B5664E0}"/>
              </a:ext>
            </a:extLst>
          </p:cNvPr>
          <p:cNvSpPr txBox="1"/>
          <p:nvPr/>
        </p:nvSpPr>
        <p:spPr>
          <a:xfrm>
            <a:off x="10614310" y="4950246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-0.36( 81.3 %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07F8B5-64D8-4FA1-9F36-FB8A2E448686}"/>
              </a:ext>
            </a:extLst>
          </p:cNvPr>
          <p:cNvSpPr txBox="1"/>
          <p:nvPr/>
        </p:nvSpPr>
        <p:spPr>
          <a:xfrm>
            <a:off x="10632525" y="5907817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-0.22( 82.1 %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B76127-4DB0-4BEB-BD39-98F8073CAA5E}"/>
              </a:ext>
            </a:extLst>
          </p:cNvPr>
          <p:cNvSpPr txBox="1"/>
          <p:nvPr/>
        </p:nvSpPr>
        <p:spPr>
          <a:xfrm>
            <a:off x="10632525" y="6264212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-0.31( 82.8 %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26F00D-29A1-4CF2-A09B-4B7D32579426}"/>
              </a:ext>
            </a:extLst>
          </p:cNvPr>
          <p:cNvSpPr txBox="1"/>
          <p:nvPr/>
        </p:nvSpPr>
        <p:spPr>
          <a:xfrm>
            <a:off x="1713161" y="5526024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1.94 - 1.58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32AE40-DBF6-4FBB-B3F9-4AAB9F27E928}"/>
              </a:ext>
            </a:extLst>
          </p:cNvPr>
          <p:cNvSpPr txBox="1"/>
          <p:nvPr/>
        </p:nvSpPr>
        <p:spPr>
          <a:xfrm>
            <a:off x="10741299" y="511535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1.94 - 1.58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6ADADD-0951-4E44-BB2D-4EE1E02D2B2D}"/>
              </a:ext>
            </a:extLst>
          </p:cNvPr>
          <p:cNvSpPr txBox="1"/>
          <p:nvPr/>
        </p:nvSpPr>
        <p:spPr>
          <a:xfrm>
            <a:off x="10865858" y="605192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1.24 - 1.02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0FC81-5F5F-4CEF-980E-1335CE86EC72}"/>
              </a:ext>
            </a:extLst>
          </p:cNvPr>
          <p:cNvSpPr txBox="1"/>
          <p:nvPr/>
        </p:nvSpPr>
        <p:spPr>
          <a:xfrm>
            <a:off x="10903791" y="6426820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1.79 - 1.48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B9F1AF-8DF5-467A-BFAF-54F3E60F3C46}"/>
              </a:ext>
            </a:extLst>
          </p:cNvPr>
          <p:cNvSpPr txBox="1"/>
          <p:nvPr/>
        </p:nvSpPr>
        <p:spPr>
          <a:xfrm>
            <a:off x="1587699" y="2073269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1.94 - 1.4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D95E2-81DF-4E5B-94D1-332415421ADA}"/>
              </a:ext>
            </a:extLst>
          </p:cNvPr>
          <p:cNvSpPr txBox="1"/>
          <p:nvPr/>
        </p:nvSpPr>
        <p:spPr>
          <a:xfrm>
            <a:off x="1608984" y="2719178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1.67 - 1.08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8204ED-AC4C-4FFA-824B-C86EC941A847}"/>
              </a:ext>
            </a:extLst>
          </p:cNvPr>
          <p:cNvSpPr txBox="1"/>
          <p:nvPr/>
        </p:nvSpPr>
        <p:spPr>
          <a:xfrm>
            <a:off x="10857713" y="210598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1.94 - 1.42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1101A1-AA32-4BDC-AE7E-12A3321D94B0}"/>
              </a:ext>
            </a:extLst>
          </p:cNvPr>
          <p:cNvSpPr txBox="1"/>
          <p:nvPr/>
        </p:nvSpPr>
        <p:spPr>
          <a:xfrm>
            <a:off x="10847821" y="3374543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1.67 - 1.42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F3DDB3-6A39-4DE4-B7E4-DE45EF0D54B6}"/>
              </a:ext>
            </a:extLst>
          </p:cNvPr>
          <p:cNvSpPr txBox="1"/>
          <p:nvPr/>
        </p:nvSpPr>
        <p:spPr>
          <a:xfrm>
            <a:off x="10774493" y="1048069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2.16 - 1.78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9A2EA9-C479-4EE8-84A7-1DFCFA6B16EC}"/>
              </a:ext>
            </a:extLst>
          </p:cNvPr>
          <p:cNvSpPr txBox="1"/>
          <p:nvPr/>
        </p:nvSpPr>
        <p:spPr>
          <a:xfrm>
            <a:off x="4794912" y="0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3AF8B3-9834-44E7-B058-C05F95F3B538}"/>
              </a:ext>
            </a:extLst>
          </p:cNvPr>
          <p:cNvSpPr txBox="1"/>
          <p:nvPr/>
        </p:nvSpPr>
        <p:spPr>
          <a:xfrm>
            <a:off x="8168675" y="0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AE15A6-807D-44DF-9CED-542242178739}"/>
              </a:ext>
            </a:extLst>
          </p:cNvPr>
          <p:cNvSpPr txBox="1"/>
          <p:nvPr/>
        </p:nvSpPr>
        <p:spPr>
          <a:xfrm>
            <a:off x="213147" y="2887995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u="sng" dirty="0">
                <a:latin typeface="+mn-ea"/>
              </a:rPr>
              <a:t>Parallel</a:t>
            </a:r>
            <a:r>
              <a:rPr lang="ko-KR" altLang="en-US" sz="1000" b="1" u="sng" dirty="0">
                <a:latin typeface="+mn-ea"/>
              </a:rPr>
              <a:t>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2C2C2C-2CD5-4861-893F-451E9CBDB4E1}"/>
              </a:ext>
            </a:extLst>
          </p:cNvPr>
          <p:cNvSpPr txBox="1"/>
          <p:nvPr/>
        </p:nvSpPr>
        <p:spPr>
          <a:xfrm>
            <a:off x="213147" y="6101604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u="sng" dirty="0">
                <a:latin typeface="+mn-ea"/>
              </a:rPr>
              <a:t>단일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508D4F1-8E82-4F4D-8629-D9DA9D7D23EF}"/>
              </a:ext>
            </a:extLst>
          </p:cNvPr>
          <p:cNvCxnSpPr>
            <a:stCxn id="16" idx="3"/>
          </p:cNvCxnSpPr>
          <p:nvPr/>
        </p:nvCxnSpPr>
        <p:spPr>
          <a:xfrm>
            <a:off x="2917625" y="2050561"/>
            <a:ext cx="558800" cy="745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6D22FE2-51AF-4857-9F0E-BD01A2B1A92B}"/>
              </a:ext>
            </a:extLst>
          </p:cNvPr>
          <p:cNvCxnSpPr>
            <a:stCxn id="17" idx="3"/>
          </p:cNvCxnSpPr>
          <p:nvPr/>
        </p:nvCxnSpPr>
        <p:spPr>
          <a:xfrm flipV="1">
            <a:off x="2879647" y="2508195"/>
            <a:ext cx="596778" cy="14315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36A3A54-33D4-4ED0-BDDF-246D4B9C99BA}"/>
              </a:ext>
            </a:extLst>
          </p:cNvPr>
          <p:cNvCxnSpPr>
            <a:cxnSpLocks/>
          </p:cNvCxnSpPr>
          <p:nvPr/>
        </p:nvCxnSpPr>
        <p:spPr>
          <a:xfrm flipH="1">
            <a:off x="10566335" y="1079182"/>
            <a:ext cx="129918" cy="3292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539821A-8DCB-4475-AD39-9C11CB0A376F}"/>
              </a:ext>
            </a:extLst>
          </p:cNvPr>
          <p:cNvCxnSpPr>
            <a:cxnSpLocks/>
          </p:cNvCxnSpPr>
          <p:nvPr/>
        </p:nvCxnSpPr>
        <p:spPr>
          <a:xfrm flipH="1" flipV="1">
            <a:off x="10569266" y="2125141"/>
            <a:ext cx="178136" cy="2073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5394991-6F7B-4DE9-A4B1-D0CCDF80BF4A}"/>
              </a:ext>
            </a:extLst>
          </p:cNvPr>
          <p:cNvCxnSpPr>
            <a:stCxn id="22" idx="1"/>
            <a:endCxn id="22" idx="1"/>
          </p:cNvCxnSpPr>
          <p:nvPr/>
        </p:nvCxnSpPr>
        <p:spPr>
          <a:xfrm>
            <a:off x="10614310" y="3363285"/>
            <a:ext cx="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C8113E8-00DB-4614-99AA-02D162A42472}"/>
              </a:ext>
            </a:extLst>
          </p:cNvPr>
          <p:cNvCxnSpPr>
            <a:cxnSpLocks/>
          </p:cNvCxnSpPr>
          <p:nvPr/>
        </p:nvCxnSpPr>
        <p:spPr>
          <a:xfrm>
            <a:off x="10554833" y="2508195"/>
            <a:ext cx="141420" cy="74714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01C11D-1829-4AC5-983C-80F3D106D1E5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936743" y="5368165"/>
            <a:ext cx="52525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A416885-DE7D-45C4-9C12-99998A41F322}"/>
              </a:ext>
            </a:extLst>
          </p:cNvPr>
          <p:cNvCxnSpPr>
            <a:cxnSpLocks/>
          </p:cNvCxnSpPr>
          <p:nvPr/>
        </p:nvCxnSpPr>
        <p:spPr>
          <a:xfrm flipV="1">
            <a:off x="10560674" y="5197918"/>
            <a:ext cx="135579" cy="20208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629BCE9F-097F-43B0-961B-DB31BA6454B3}"/>
              </a:ext>
            </a:extLst>
          </p:cNvPr>
          <p:cNvCxnSpPr>
            <a:cxnSpLocks/>
          </p:cNvCxnSpPr>
          <p:nvPr/>
        </p:nvCxnSpPr>
        <p:spPr>
          <a:xfrm flipV="1">
            <a:off x="10554833" y="6101604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A754BE5-5C55-4020-826E-D487DD710420}"/>
              </a:ext>
            </a:extLst>
          </p:cNvPr>
          <p:cNvCxnSpPr/>
          <p:nvPr/>
        </p:nvCxnSpPr>
        <p:spPr>
          <a:xfrm>
            <a:off x="10554833" y="6452726"/>
            <a:ext cx="14142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2D17540-1D03-4350-9A1D-1BCB18644428}"/>
              </a:ext>
            </a:extLst>
          </p:cNvPr>
          <p:cNvSpPr txBox="1"/>
          <p:nvPr/>
        </p:nvSpPr>
        <p:spPr>
          <a:xfrm>
            <a:off x="10606592" y="48639"/>
            <a:ext cx="1683199" cy="48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몇시간 뒤 시점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오차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7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유사율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관측수위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–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</a:t>
            </a:r>
            <a:endParaRPr lang="en-US" altLang="ko-KR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399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20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16" y="3240449"/>
            <a:ext cx="3227152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8" y="5271474"/>
            <a:ext cx="323353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9B48D90-37F8-4D0F-A87F-EF62EDC5DD83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733168-A4E5-4315-AFB6-C157358318EF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1CE32A2-A930-41C2-8182-28909980CE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734" y="689483"/>
            <a:ext cx="3193671" cy="54258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2942A3A-9EBC-4F3E-8414-D97FB1F195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734" y="2689402"/>
            <a:ext cx="3193671" cy="5510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98BEAB6-2CF1-4387-A83D-4A77A8C0AB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4721949"/>
            <a:ext cx="3227450" cy="5495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91E09CA-2541-43C7-8B51-33EB4A1AF9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296" y="1254012"/>
            <a:ext cx="3159110" cy="131578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55756DA-0F94-4892-99D2-B88FF85114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296" y="3240449"/>
            <a:ext cx="3159110" cy="135610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5291B35-01B2-42C5-8C97-CC86363A80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736" y="5271474"/>
            <a:ext cx="3193670" cy="1356107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E98606D1-B1FF-47D4-B447-3E7B568B250A}"/>
              </a:ext>
            </a:extLst>
          </p:cNvPr>
          <p:cNvGrpSpPr/>
          <p:nvPr/>
        </p:nvGrpSpPr>
        <p:grpSpPr>
          <a:xfrm>
            <a:off x="6096000" y="1566310"/>
            <a:ext cx="1290420" cy="4587791"/>
            <a:chOff x="668867" y="1566310"/>
            <a:chExt cx="1290420" cy="458779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BAD583-F9F7-4278-9744-CDBE93B75BC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370A81-D4FF-411A-A645-FA96F39F271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78F6E0-FD21-4A69-844D-ADD520CDB09E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186EAD-6FE8-4939-8935-4C224BB1967A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0.9031</a:t>
              </a:r>
              <a:endParaRPr lang="ko-KR" altLang="en-US" sz="1200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922986-756F-4CBC-B558-FB252C18DDB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-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0.6973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23B3FF6-54C6-4871-961F-9C89896ABCC6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0.8893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1500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6F991B0-22C0-45C8-ADE0-8E3E0E38010B}"/>
              </a:ext>
            </a:extLst>
          </p:cNvPr>
          <p:cNvGrpSpPr/>
          <p:nvPr/>
        </p:nvGrpSpPr>
        <p:grpSpPr>
          <a:xfrm>
            <a:off x="725164" y="716172"/>
            <a:ext cx="5106110" cy="5911409"/>
            <a:chOff x="725164" y="716172"/>
            <a:chExt cx="5106110" cy="591140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C6DAE30-9462-4ECD-ACBF-CFEBE398D720}"/>
                </a:ext>
              </a:extLst>
            </p:cNvPr>
            <p:cNvGrpSpPr/>
            <p:nvPr/>
          </p:nvGrpSpPr>
          <p:grpSpPr>
            <a:xfrm>
              <a:off x="7251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0.5087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0.7947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0.7308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3823" y="716172"/>
              <a:ext cx="3227450" cy="492774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3823" y="2712227"/>
              <a:ext cx="3227450" cy="50539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9262" y="4745885"/>
              <a:ext cx="3227450" cy="501653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2163" y="1254012"/>
              <a:ext cx="3159110" cy="131578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2164" y="3240449"/>
              <a:ext cx="3159110" cy="1356107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3823" y="5271474"/>
              <a:ext cx="3178910" cy="1356107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6725F190-D957-4BE7-B7CF-204836D611A8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523B22-8981-4114-B2C2-C83CCBB97FB6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5ACEF18-2CD8-4160-96DB-93ED250DF6BA}"/>
              </a:ext>
            </a:extLst>
          </p:cNvPr>
          <p:cNvGrpSpPr/>
          <p:nvPr/>
        </p:nvGrpSpPr>
        <p:grpSpPr>
          <a:xfrm>
            <a:off x="6096000" y="1473154"/>
            <a:ext cx="1391446" cy="4647191"/>
            <a:chOff x="6465564" y="1473154"/>
            <a:chExt cx="1391446" cy="464719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9E04C8D-3156-4653-97A7-D571D7563DEC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45D7F2-2404-403A-917A-F75331D9DBB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E0DBAF-C3C5-4786-BA86-573FB4E6AB68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EB8F37-C40B-4EFC-89DA-7EEA12378E9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0.6406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2DC240-8B89-4860-8C39-6D7CADD3EFFC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0.7659</a:t>
              </a:r>
              <a:r>
                <a:rPr lang="en-US" altLang="ko-KR" sz="1200" b="1" dirty="0"/>
                <a:t> 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888ABB-B68A-49EA-BEAC-9FF45452C7D5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 0.8385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F763EDED-4081-45F7-870A-0E6D9C7F9D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8" y="716172"/>
            <a:ext cx="3227450" cy="49277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C51B832-F65F-40B8-BC4B-891E3FC7E1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438" y="2712227"/>
            <a:ext cx="3193671" cy="50539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969B844-8642-464E-B7FC-68A0FBDB5B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367" y="1254012"/>
            <a:ext cx="3159110" cy="131578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5E98343E-61D5-4FDB-9302-CD2B626D69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439" y="3240449"/>
            <a:ext cx="3193670" cy="135610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F1B528DE-D653-41BA-A531-B369DE550D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7" y="4747938"/>
            <a:ext cx="3227450" cy="49754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A91E780A-D13D-4703-9407-0E37DFD8C9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807" y="5271474"/>
            <a:ext cx="3193670" cy="135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20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3273072"/>
            <a:ext cx="3227152" cy="12908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5302821"/>
            <a:ext cx="3233530" cy="1293412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0.0509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0.9508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5248AA6-238E-4E17-8F75-5BB979F56318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D5EA1A-E258-414D-A294-0A6C2A2E428D}"/>
              </a:ext>
            </a:extLst>
          </p:cNvPr>
          <p:cNvGrpSpPr/>
          <p:nvPr/>
        </p:nvGrpSpPr>
        <p:grpSpPr>
          <a:xfrm>
            <a:off x="6096000" y="163647"/>
            <a:ext cx="5162406" cy="6458253"/>
            <a:chOff x="6096000" y="169329"/>
            <a:chExt cx="5162406" cy="6458253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FCF6D62D-1A00-4296-95EB-B8666EFF2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4734" y="689483"/>
              <a:ext cx="3193671" cy="542588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9257ACB6-B9E7-4BEE-8319-9DA1F431F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4734" y="2689402"/>
              <a:ext cx="3193671" cy="5510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21FC54D0-D6CC-45DE-9766-BD93D0580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0955" y="4721949"/>
              <a:ext cx="3227450" cy="549525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2BEE28F-9D4B-45C6-922F-563D4F47A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9296" y="1232071"/>
              <a:ext cx="3159110" cy="1337730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D59E45DC-9E4D-4464-BA3B-E119CB72D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9296" y="3240448"/>
              <a:ext cx="3159110" cy="1356108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42CBCC2-D618-4793-A73A-FAA33D323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4736" y="5271474"/>
              <a:ext cx="3193670" cy="1356108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15F22E3A-EE71-4D67-95ED-879CFA3640D6}"/>
                </a:ext>
              </a:extLst>
            </p:cNvPr>
            <p:cNvGrpSpPr/>
            <p:nvPr/>
          </p:nvGrpSpPr>
          <p:grpSpPr>
            <a:xfrm>
              <a:off x="6096000" y="1566310"/>
              <a:ext cx="1290420" cy="4587791"/>
              <a:chOff x="668867" y="1566310"/>
              <a:chExt cx="1290420" cy="4587791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C06D634-9237-431F-9D60-55B58267E981}"/>
                  </a:ext>
                </a:extLst>
              </p:cNvPr>
              <p:cNvSpPr txBox="1"/>
              <p:nvPr/>
            </p:nvSpPr>
            <p:spPr>
              <a:xfrm>
                <a:off x="668867" y="5537725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testdata_230711</a:t>
                </a:r>
                <a:endParaRPr lang="ko-KR" altLang="en-US" sz="1200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9F7902E-619A-4A6F-918D-DCAC700B6116}"/>
                  </a:ext>
                </a:extLst>
              </p:cNvPr>
              <p:cNvSpPr txBox="1"/>
              <p:nvPr/>
            </p:nvSpPr>
            <p:spPr>
              <a:xfrm>
                <a:off x="672354" y="3552110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220712</a:t>
                </a:r>
                <a:endParaRPr lang="ko-KR" altLang="en-US" sz="1200" b="1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0D381A6-9F58-4F0B-8C12-273645293B59}"/>
                  </a:ext>
                </a:extLst>
              </p:cNvPr>
              <p:cNvSpPr txBox="1"/>
              <p:nvPr/>
            </p:nvSpPr>
            <p:spPr>
              <a:xfrm>
                <a:off x="668867" y="1566310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200802</a:t>
                </a:r>
                <a:endParaRPr lang="ko-KR" altLang="en-US" sz="1200" b="1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621412-093F-47BE-B475-D9229A3985DA}"/>
                  </a:ext>
                </a:extLst>
              </p:cNvPr>
              <p:cNvSpPr txBox="1"/>
              <p:nvPr/>
            </p:nvSpPr>
            <p:spPr>
              <a:xfrm>
                <a:off x="668867" y="5877102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/>
                  <a:t>0.9119</a:t>
                </a:r>
                <a:endParaRPr lang="ko-KR" altLang="en-US" sz="1200" b="1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9934E9C-3067-450F-A9E6-311A85F51569}"/>
                  </a:ext>
                </a:extLst>
              </p:cNvPr>
              <p:cNvSpPr txBox="1"/>
              <p:nvPr/>
            </p:nvSpPr>
            <p:spPr>
              <a:xfrm>
                <a:off x="672354" y="3891487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0.4645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897DFAC-1201-42B1-84FA-1952FF9F41D5}"/>
                  </a:ext>
                </a:extLst>
              </p:cNvPr>
              <p:cNvSpPr txBox="1"/>
              <p:nvPr/>
            </p:nvSpPr>
            <p:spPr>
              <a:xfrm>
                <a:off x="668867" y="1905687"/>
                <a:ext cx="12869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/>
                  <a:t>0.9176</a:t>
                </a:r>
                <a:r>
                  <a:rPr lang="en-US" altLang="ko-KR" sz="1200" b="1" dirty="0"/>
                  <a:t> </a:t>
                </a:r>
                <a:endParaRPr lang="ko-KR" altLang="en-US" sz="1200" b="1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0388389-B94E-4349-8770-4DCCD1C10B59}"/>
                </a:ext>
              </a:extLst>
            </p:cNvPr>
            <p:cNvSpPr txBox="1"/>
            <p:nvPr/>
          </p:nvSpPr>
          <p:spPr>
            <a:xfrm>
              <a:off x="8801489" y="169329"/>
              <a:ext cx="1754724" cy="3511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latin typeface="+mn-ea"/>
                </a:rPr>
                <a:t>관심 수위 이상 </a:t>
              </a:r>
              <a:r>
                <a:rPr lang="en-US" altLang="ko-KR" sz="1000" b="1" dirty="0">
                  <a:latin typeface="+mn-ea"/>
                </a:rPr>
                <a:t>+ </a:t>
              </a:r>
              <a:r>
                <a:rPr lang="ko-KR" altLang="en-US" sz="1000" b="1" dirty="0" err="1">
                  <a:latin typeface="+mn-ea"/>
                </a:rPr>
                <a:t>누적강우</a:t>
              </a:r>
              <a:endParaRPr lang="en-US" altLang="ko-KR" sz="10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747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13390F-5F92-4F3E-A194-E27906FEF557}"/>
              </a:ext>
            </a:extLst>
          </p:cNvPr>
          <p:cNvGrpSpPr/>
          <p:nvPr/>
        </p:nvGrpSpPr>
        <p:grpSpPr>
          <a:xfrm>
            <a:off x="725163" y="689483"/>
            <a:ext cx="5106110" cy="5869137"/>
            <a:chOff x="6465564" y="716172"/>
            <a:chExt cx="5106110" cy="5869137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C6DAE30-9462-4ECD-ACBF-CFEBE398D72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>
                    <a:solidFill>
                      <a:srgbClr val="FF0000"/>
                    </a:solidFill>
                  </a:rPr>
                  <a:t>0.7659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0.5051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>
                    <a:solidFill>
                      <a:srgbClr val="FF0000"/>
                    </a:solidFill>
                  </a:rPr>
                  <a:t>0.7689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716172"/>
              <a:ext cx="3227450" cy="492774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2227"/>
              <a:ext cx="3227450" cy="50539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5885"/>
              <a:ext cx="3227450" cy="501653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3" y="1280084"/>
              <a:ext cx="3159110" cy="1263644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4" y="3286680"/>
              <a:ext cx="3159110" cy="1263644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5313745"/>
              <a:ext cx="3178910" cy="1271564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5248AA6-238E-4E17-8F75-5BB979F56318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B05A0A8-0701-4FFE-AC8A-C9BDA61500B9}"/>
              </a:ext>
            </a:extLst>
          </p:cNvPr>
          <p:cNvGrpSpPr/>
          <p:nvPr/>
        </p:nvGrpSpPr>
        <p:grpSpPr>
          <a:xfrm>
            <a:off x="6096000" y="230419"/>
            <a:ext cx="5106109" cy="6458252"/>
            <a:chOff x="6096000" y="169329"/>
            <a:chExt cx="5106109" cy="6458252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67248626-47FB-4D93-9EF5-3295A9E9DEC6}"/>
                </a:ext>
              </a:extLst>
            </p:cNvPr>
            <p:cNvGrpSpPr/>
            <p:nvPr/>
          </p:nvGrpSpPr>
          <p:grpSpPr>
            <a:xfrm>
              <a:off x="6096000" y="1473154"/>
              <a:ext cx="1391446" cy="4647191"/>
              <a:chOff x="6465564" y="1473154"/>
              <a:chExt cx="1391446" cy="4647191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FFA4BE-6F9C-4C91-AD38-615104D6C387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72B4DB-36BF-46EE-9CC1-E96554F50D73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757D800-A63E-4A0A-9F06-3E763CD834DE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5105B81-1A63-49DF-B90C-A048017C452B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0.7933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59DCF8-A716-4E90-9FE6-A6ECB6FE3C24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 0.4844</a:t>
                </a:r>
                <a:r>
                  <a:rPr lang="en-US" altLang="ko-KR" sz="1200" b="1" dirty="0"/>
                  <a:t> </a:t>
                </a:r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DCAFFF-51CD-45DB-A10B-98649438DC99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>
                    <a:solidFill>
                      <a:srgbClr val="FF0000"/>
                    </a:solidFill>
                  </a:rPr>
                  <a:t>0.7989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258523CE-7AF9-495E-8844-07397DEA7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028" y="716172"/>
              <a:ext cx="3227450" cy="49277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6BE8164-F03B-4621-9E75-92E2F77BD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8438" y="2712227"/>
              <a:ext cx="3193671" cy="505397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7AB21F3B-0918-4D5F-B932-4ACFA14EE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6367" y="1254011"/>
              <a:ext cx="3159110" cy="1315789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85A3F2B6-EA7E-4BA8-9BD0-287645568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8439" y="3214460"/>
              <a:ext cx="3193670" cy="1382096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20046AB2-5CAA-4353-AC5F-D37A71FCF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027" y="4747938"/>
              <a:ext cx="3227450" cy="497547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2837ED03-6A2C-4808-897D-A128417C5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807" y="5245485"/>
              <a:ext cx="3193670" cy="138209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1E19FF3-DEB7-4B39-B187-273CF3CA31A3}"/>
                </a:ext>
              </a:extLst>
            </p:cNvPr>
            <p:cNvSpPr txBox="1"/>
            <p:nvPr/>
          </p:nvSpPr>
          <p:spPr>
            <a:xfrm>
              <a:off x="8801489" y="169329"/>
              <a:ext cx="1754724" cy="3511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latin typeface="+mn-ea"/>
                </a:rPr>
                <a:t>관심 수위 이상 </a:t>
              </a:r>
              <a:r>
                <a:rPr lang="en-US" altLang="ko-KR" sz="1000" b="1" dirty="0">
                  <a:latin typeface="+mn-ea"/>
                </a:rPr>
                <a:t>+ </a:t>
              </a:r>
              <a:r>
                <a:rPr lang="ko-KR" altLang="en-US" sz="1000" b="1" dirty="0" err="1">
                  <a:latin typeface="+mn-ea"/>
                </a:rPr>
                <a:t>누적강우</a:t>
              </a:r>
              <a:endParaRPr lang="en-US" altLang="ko-KR" sz="10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61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367171"/>
            <a:ext cx="5435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2020</a:t>
            </a:r>
            <a:r>
              <a:rPr lang="ko-KR" altLang="en-US" sz="4400" b="1" dirty="0">
                <a:latin typeface="+mj-ea"/>
              </a:rPr>
              <a:t>년 이후 데이터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en-US" altLang="ko-KR" sz="4400" b="1" dirty="0">
                <a:latin typeface="+mj-ea"/>
              </a:rPr>
              <a:t>+ </a:t>
            </a:r>
            <a:r>
              <a:rPr lang="ko-KR" altLang="en-US" sz="4400" b="1" dirty="0">
                <a:latin typeface="+mj-ea"/>
                <a:ea typeface="+mj-ea"/>
              </a:rPr>
              <a:t>관심수위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en-US" altLang="ko-KR" sz="4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7597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2020</a:t>
            </a:r>
            <a:r>
              <a:rPr lang="ko-KR" altLang="en-US" sz="2000" b="1" dirty="0">
                <a:latin typeface="+mj-ea"/>
              </a:rPr>
              <a:t>년 이후 데이터</a:t>
            </a:r>
            <a:endParaRPr lang="en-US" altLang="ko-KR" sz="2000" b="1" dirty="0">
              <a:latin typeface="+mj-ea"/>
            </a:endParaRPr>
          </a:p>
          <a:p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endParaRPr lang="en-US" altLang="ko-KR" sz="2000" b="1" dirty="0">
              <a:solidFill>
                <a:srgbClr val="FF0000"/>
              </a:solidFill>
              <a:latin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E97A349-51C0-4276-AAE6-51B454BA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08956"/>
              </p:ext>
            </p:extLst>
          </p:nvPr>
        </p:nvGraphicFramePr>
        <p:xfrm>
          <a:off x="3460447" y="453563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479B4F-D476-4DB9-B534-E96D6F096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432285"/>
              </p:ext>
            </p:extLst>
          </p:nvPr>
        </p:nvGraphicFramePr>
        <p:xfrm>
          <a:off x="7141035" y="453563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누적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0.9507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0.0669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0.1020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0.5660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3B74B0D-0BD9-483E-A219-746028801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584370"/>
              </p:ext>
            </p:extLst>
          </p:nvPr>
        </p:nvGraphicFramePr>
        <p:xfrm>
          <a:off x="3460447" y="3667172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0.0908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0.1742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0.0937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0.1864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0.1111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EF99D7B-99E5-4CF6-8DFB-6141333A9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113513"/>
              </p:ext>
            </p:extLst>
          </p:nvPr>
        </p:nvGraphicFramePr>
        <p:xfrm>
          <a:off x="7141035" y="3667172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0.1775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0.0996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0.2819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0.3156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0.1010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0.0060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0.0776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D4C360-6C81-43F3-AE5F-A5A13A7FF0C5}"/>
              </a:ext>
            </a:extLst>
          </p:cNvPr>
          <p:cNvSpPr/>
          <p:nvPr/>
        </p:nvSpPr>
        <p:spPr>
          <a:xfrm>
            <a:off x="4232627" y="808872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9CD58-756D-443C-A7B4-8F899AFC51EC}"/>
              </a:ext>
            </a:extLst>
          </p:cNvPr>
          <p:cNvSpPr/>
          <p:nvPr/>
        </p:nvSpPr>
        <p:spPr>
          <a:xfrm>
            <a:off x="4232627" y="4022481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C63050-2EB3-49FF-AE68-A279B28152FF}"/>
              </a:ext>
            </a:extLst>
          </p:cNvPr>
          <p:cNvSpPr/>
          <p:nvPr/>
        </p:nvSpPr>
        <p:spPr>
          <a:xfrm>
            <a:off x="7915627" y="4022481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221E28-D074-4452-BAEA-95580E672060}"/>
              </a:ext>
            </a:extLst>
          </p:cNvPr>
          <p:cNvSpPr/>
          <p:nvPr/>
        </p:nvSpPr>
        <p:spPr>
          <a:xfrm>
            <a:off x="7915627" y="808872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3B476-603F-471F-917C-9D371F940B64}"/>
              </a:ext>
            </a:extLst>
          </p:cNvPr>
          <p:cNvSpPr txBox="1"/>
          <p:nvPr/>
        </p:nvSpPr>
        <p:spPr>
          <a:xfrm>
            <a:off x="1490908" y="2420433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-0.50( 74.4%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59300-2776-4BFC-BC5C-06C6DCFE5036}"/>
              </a:ext>
            </a:extLst>
          </p:cNvPr>
          <p:cNvSpPr txBox="1"/>
          <p:nvPr/>
        </p:nvSpPr>
        <p:spPr>
          <a:xfrm>
            <a:off x="1507573" y="1819968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 0.43( 83.0%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B0DBB4-4674-4ED7-B669-FAE616501499}"/>
              </a:ext>
            </a:extLst>
          </p:cNvPr>
          <p:cNvSpPr txBox="1"/>
          <p:nvPr/>
        </p:nvSpPr>
        <p:spPr>
          <a:xfrm>
            <a:off x="10606589" y="2653430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 -0.27( 84.7% 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6ACF8-2F91-4923-A7AF-047C1E2CC317}"/>
              </a:ext>
            </a:extLst>
          </p:cNvPr>
          <p:cNvSpPr txBox="1"/>
          <p:nvPr/>
        </p:nvSpPr>
        <p:spPr>
          <a:xfrm>
            <a:off x="10605104" y="1894054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-0.62( 68.2%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7E671-7BF6-4985-98DE-FEC32A4F446F}"/>
              </a:ext>
            </a:extLst>
          </p:cNvPr>
          <p:cNvSpPr txBox="1"/>
          <p:nvPr/>
        </p:nvSpPr>
        <p:spPr>
          <a:xfrm>
            <a:off x="1231096" y="5017058"/>
            <a:ext cx="1577690" cy="602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-0.32( 83.3 %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0.35( 81.2 %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107D9-5CD2-40AD-A57C-F58ED4C47BF4}"/>
              </a:ext>
            </a:extLst>
          </p:cNvPr>
          <p:cNvSpPr txBox="1"/>
          <p:nvPr/>
        </p:nvSpPr>
        <p:spPr>
          <a:xfrm>
            <a:off x="1410539" y="5979101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-0.2( 83.4 %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533EBC-1940-4037-8A92-FC88688F51B7}"/>
              </a:ext>
            </a:extLst>
          </p:cNvPr>
          <p:cNvSpPr txBox="1"/>
          <p:nvPr/>
        </p:nvSpPr>
        <p:spPr>
          <a:xfrm>
            <a:off x="10595901" y="5138574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 0.46( 75.3 %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05A161-1A73-4632-BFC2-EC2DE76C8966}"/>
              </a:ext>
            </a:extLst>
          </p:cNvPr>
          <p:cNvSpPr txBox="1"/>
          <p:nvPr/>
        </p:nvSpPr>
        <p:spPr>
          <a:xfrm>
            <a:off x="1410539" y="5140512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– 1.62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EF1241-6A47-4771-865C-463FA1BD5B80}"/>
              </a:ext>
            </a:extLst>
          </p:cNvPr>
          <p:cNvSpPr txBox="1"/>
          <p:nvPr/>
        </p:nvSpPr>
        <p:spPr>
          <a:xfrm>
            <a:off x="1387316" y="5462661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1.85 – 2.2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0459CB-ED02-4B29-85C3-2E6D81E0C407}"/>
              </a:ext>
            </a:extLst>
          </p:cNvPr>
          <p:cNvSpPr txBox="1"/>
          <p:nvPr/>
        </p:nvSpPr>
        <p:spPr>
          <a:xfrm>
            <a:off x="1566759" y="6121446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1.23 – 1.03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879824-F54E-471F-A955-87628E46F972}"/>
              </a:ext>
            </a:extLst>
          </p:cNvPr>
          <p:cNvSpPr txBox="1"/>
          <p:nvPr/>
        </p:nvSpPr>
        <p:spPr>
          <a:xfrm>
            <a:off x="10829412" y="5329374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1.85 – 2.31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DF38B8-6874-4D41-984F-5EF49C7CD7D2}"/>
              </a:ext>
            </a:extLst>
          </p:cNvPr>
          <p:cNvSpPr txBox="1"/>
          <p:nvPr/>
        </p:nvSpPr>
        <p:spPr>
          <a:xfrm>
            <a:off x="1730302" y="2590987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– 1.44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55177-7E60-4D1F-A28F-2A190CCF0798}"/>
              </a:ext>
            </a:extLst>
          </p:cNvPr>
          <p:cNvSpPr txBox="1"/>
          <p:nvPr/>
        </p:nvSpPr>
        <p:spPr>
          <a:xfrm>
            <a:off x="1752966" y="1996542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2.51 – 2.94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695B03-DB57-4F8C-97C2-41D9209A8DC7}"/>
              </a:ext>
            </a:extLst>
          </p:cNvPr>
          <p:cNvSpPr txBox="1"/>
          <p:nvPr/>
        </p:nvSpPr>
        <p:spPr>
          <a:xfrm>
            <a:off x="10852868" y="2095080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1.94 – 1.32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B1EB1A-8D33-47E6-ADF1-05E6333F7A8C}"/>
              </a:ext>
            </a:extLst>
          </p:cNvPr>
          <p:cNvSpPr txBox="1"/>
          <p:nvPr/>
        </p:nvSpPr>
        <p:spPr>
          <a:xfrm>
            <a:off x="10869106" y="2850693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1.79 – 1.52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EB1BB-FE80-492D-B89E-F05F819C56A0}"/>
              </a:ext>
            </a:extLst>
          </p:cNvPr>
          <p:cNvSpPr txBox="1"/>
          <p:nvPr/>
        </p:nvSpPr>
        <p:spPr>
          <a:xfrm>
            <a:off x="4972712" y="0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9B3A16-A2F6-438A-98AC-8C23DC262845}"/>
              </a:ext>
            </a:extLst>
          </p:cNvPr>
          <p:cNvSpPr txBox="1"/>
          <p:nvPr/>
        </p:nvSpPr>
        <p:spPr>
          <a:xfrm>
            <a:off x="8346475" y="0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A2DA9B-8723-4121-AE06-067DAF40F5C2}"/>
              </a:ext>
            </a:extLst>
          </p:cNvPr>
          <p:cNvSpPr txBox="1"/>
          <p:nvPr/>
        </p:nvSpPr>
        <p:spPr>
          <a:xfrm>
            <a:off x="213147" y="2887995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u="sng" dirty="0">
                <a:latin typeface="+mn-ea"/>
              </a:rPr>
              <a:t>Parallel</a:t>
            </a:r>
            <a:r>
              <a:rPr lang="ko-KR" altLang="en-US" sz="1000" b="1" u="sng" dirty="0">
                <a:latin typeface="+mn-ea"/>
              </a:rPr>
              <a:t>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FAA6A8-6157-4755-9D45-4F83FD5800B5}"/>
              </a:ext>
            </a:extLst>
          </p:cNvPr>
          <p:cNvSpPr txBox="1"/>
          <p:nvPr/>
        </p:nvSpPr>
        <p:spPr>
          <a:xfrm>
            <a:off x="213147" y="6101604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u="sng" dirty="0">
                <a:latin typeface="+mn-ea"/>
              </a:rPr>
              <a:t>단일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A515D5-DF81-473F-9408-7514606D1445}"/>
              </a:ext>
            </a:extLst>
          </p:cNvPr>
          <p:cNvCxnSpPr>
            <a:cxnSpLocks/>
          </p:cNvCxnSpPr>
          <p:nvPr/>
        </p:nvCxnSpPr>
        <p:spPr>
          <a:xfrm flipV="1">
            <a:off x="10545835" y="5345370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235BD2C-C7E9-4DFA-B57F-D0024AAB23BE}"/>
              </a:ext>
            </a:extLst>
          </p:cNvPr>
          <p:cNvCxnSpPr>
            <a:cxnSpLocks/>
          </p:cNvCxnSpPr>
          <p:nvPr/>
        </p:nvCxnSpPr>
        <p:spPr>
          <a:xfrm flipV="1">
            <a:off x="10528901" y="2850693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B231080-DDFC-4BC0-B66C-398A2DD9E20D}"/>
              </a:ext>
            </a:extLst>
          </p:cNvPr>
          <p:cNvCxnSpPr>
            <a:cxnSpLocks/>
          </p:cNvCxnSpPr>
          <p:nvPr/>
        </p:nvCxnSpPr>
        <p:spPr>
          <a:xfrm flipV="1">
            <a:off x="10539275" y="2098994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02161B6-85AB-40CB-9AEE-8EA0FB830490}"/>
              </a:ext>
            </a:extLst>
          </p:cNvPr>
          <p:cNvCxnSpPr>
            <a:cxnSpLocks/>
          </p:cNvCxnSpPr>
          <p:nvPr/>
        </p:nvCxnSpPr>
        <p:spPr>
          <a:xfrm flipV="1">
            <a:off x="2841538" y="6095403"/>
            <a:ext cx="602244" cy="17055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896231F-6193-4679-BD81-C19A5C3A7656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808786" y="5318166"/>
            <a:ext cx="651661" cy="1120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B92BD9A-2837-40D4-8DBD-F6B30B128F19}"/>
              </a:ext>
            </a:extLst>
          </p:cNvPr>
          <p:cNvCxnSpPr>
            <a:cxnSpLocks/>
          </p:cNvCxnSpPr>
          <p:nvPr/>
        </p:nvCxnSpPr>
        <p:spPr>
          <a:xfrm flipV="1">
            <a:off x="2988229" y="1740733"/>
            <a:ext cx="455553" cy="27524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2EB3B93-1108-4238-84E9-7725DC53317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068598" y="2179466"/>
            <a:ext cx="383516" cy="40357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D37B6B5-A5B5-4839-ADC7-E92378980C98}"/>
              </a:ext>
            </a:extLst>
          </p:cNvPr>
          <p:cNvSpPr txBox="1"/>
          <p:nvPr/>
        </p:nvSpPr>
        <p:spPr>
          <a:xfrm>
            <a:off x="10606592" y="48639"/>
            <a:ext cx="1683199" cy="48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몇시간 뒤 시점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오차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7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유사율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관측수위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–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</a:t>
            </a:r>
            <a:endParaRPr lang="en-US" altLang="ko-KR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068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BD22D5CA-5E9F-4362-851B-EA03C8EB68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297" y="1254012"/>
            <a:ext cx="3159110" cy="131578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E039203-B5E2-4FC7-9862-A0FC2302C2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296" y="3240449"/>
            <a:ext cx="3159110" cy="135610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11D52DA-6C5E-4279-90A5-B551BF9AD8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296" y="5271474"/>
            <a:ext cx="3159110" cy="1356107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309882-850D-42E8-B77B-DDEE15D9AAC4}"/>
              </a:ext>
            </a:extLst>
          </p:cNvPr>
          <p:cNvGrpSpPr/>
          <p:nvPr/>
        </p:nvGrpSpPr>
        <p:grpSpPr>
          <a:xfrm>
            <a:off x="6096000" y="1566310"/>
            <a:ext cx="1290420" cy="4587791"/>
            <a:chOff x="668867" y="1566310"/>
            <a:chExt cx="1290420" cy="458779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B826D02-88B5-42FD-8A1E-2EA28B95ACF5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40D9162-E71C-447C-BBEA-B575B9EF33B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BCC4E41-3731-426B-AE21-ED22CBB5609D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01ABCED-F112-4D4C-99AC-5B0B16CEACAB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0.8663</a:t>
              </a:r>
              <a:endParaRPr lang="ko-KR" altLang="en-US" sz="12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44F3B69-06D5-42D9-8610-621B9FB0997D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0.2329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FE73F43-225D-466D-8568-03B992F05F5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0.9507</a:t>
              </a:r>
              <a:endParaRPr lang="ko-KR" altLang="en-US" sz="1200" b="1" dirty="0"/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38E8AE95-F5AE-446A-8258-E02E138AEF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734" y="689483"/>
            <a:ext cx="3193671" cy="54258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BE9F0A81-BAE2-489D-BCF9-3000291806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734" y="2689402"/>
            <a:ext cx="3193671" cy="551047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C4B88FD7-09E3-461B-927B-7C79DB4A9E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4721949"/>
            <a:ext cx="3227450" cy="5495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45AEE71-7DB6-4B79-A8D0-BD41F1294968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06B29B-A42A-49F0-A2CB-BDFD3F6F2183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099BCE-A614-446F-BABD-E46F87F51D9F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3D5529F-4344-44D2-90F3-0C0A979A9F6C}"/>
              </a:ext>
            </a:extLst>
          </p:cNvPr>
          <p:cNvGrpSpPr/>
          <p:nvPr/>
        </p:nvGrpSpPr>
        <p:grpSpPr>
          <a:xfrm>
            <a:off x="725164" y="716172"/>
            <a:ext cx="5106109" cy="5911409"/>
            <a:chOff x="6465564" y="716172"/>
            <a:chExt cx="5106109" cy="591140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C6DAE30-9462-4ECD-ACBF-CFEBE398D72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0.7835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0.8213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0.8136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716172"/>
              <a:ext cx="3227450" cy="492774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2227"/>
              <a:ext cx="3227450" cy="50539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5885"/>
              <a:ext cx="3227450" cy="501653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3" y="1254012"/>
              <a:ext cx="3159110" cy="131578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3" y="3240449"/>
              <a:ext cx="3159110" cy="1356107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5271474"/>
              <a:ext cx="3178910" cy="1356107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6557640-BB9F-4D25-97D1-851EB88DE8E9}"/>
              </a:ext>
            </a:extLst>
          </p:cNvPr>
          <p:cNvGrpSpPr/>
          <p:nvPr/>
        </p:nvGrpSpPr>
        <p:grpSpPr>
          <a:xfrm>
            <a:off x="6096000" y="1387511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EE6B13-E294-4C9C-98E6-514C19B8A18F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E53FD9A-6FAB-4470-910F-0BA131C88FA4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4F5B3A-CB8A-4ACC-B2E1-7E1E52536FC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342730-6B12-4F7B-8C7C-0B93395DA0F6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0.5660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379DBF1-62BE-4EA5-806A-9E38034C419D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2EB971A-6F06-44B0-A372-5B2C0102F24D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93226FBC-3A20-414F-B647-DA68151C7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000" y="1168369"/>
            <a:ext cx="3159110" cy="1315789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074DB1A-B172-48A3-9AC4-61C3EF6CE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999" y="3154806"/>
            <a:ext cx="3159110" cy="135610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44D1E338-607B-47AB-A6DD-94E60C9ACF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8" y="5185831"/>
            <a:ext cx="3192890" cy="135610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DDAD462-FED9-463F-A3D4-A976F1B17F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8" y="630529"/>
            <a:ext cx="3227450" cy="492774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AE8AF04-72A8-4962-8729-51A13BD410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438" y="2626584"/>
            <a:ext cx="3193671" cy="505397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C3C2039-4F82-4B8F-ADDC-01AAC94BCF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7" y="4662295"/>
            <a:ext cx="3227450" cy="497547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98690AC-2EC9-425A-9D4B-DA666A255590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574D6F-56F2-4B31-BF82-A9188196BBF1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154E48-F66B-4C5F-A623-3B0AD2C41830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6323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86680"/>
            <a:ext cx="3159110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310950"/>
            <a:ext cx="3192889" cy="127715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0.7765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0.2350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0.9610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94DFCA9-38BF-417B-846F-6C5A4F09C927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97B1A3-2ACA-4472-BCF9-A983374DDF1E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AD1B836-461B-4751-88F1-A51A0A839D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830" y="1225852"/>
            <a:ext cx="3159109" cy="131787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A6FC26E-80AA-4900-90A0-D67FE8F9EA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829" y="3280461"/>
            <a:ext cx="3159109" cy="126364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77B7DF6-FEF0-491C-A163-0EC05962F7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829" y="5265255"/>
            <a:ext cx="3159109" cy="1322850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5C233F9D-532B-4C62-B422-0C5D0E62CBF6}"/>
              </a:ext>
            </a:extLst>
          </p:cNvPr>
          <p:cNvGrpSpPr/>
          <p:nvPr/>
        </p:nvGrpSpPr>
        <p:grpSpPr>
          <a:xfrm>
            <a:off x="5960533" y="1560091"/>
            <a:ext cx="1290420" cy="4587791"/>
            <a:chOff x="668867" y="1566310"/>
            <a:chExt cx="1290420" cy="458779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D1C7D2-65A7-4207-B12C-7FE351B0CCDA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7EB108F-7060-44DA-86F4-65F3B6DF1667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2E0FF7-E998-4974-8A10-951E6049F3B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F9F7A2A-3276-45E9-8CA0-D9A5B636138B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0.6441</a:t>
              </a:r>
              <a:endParaRPr lang="ko-KR" altLang="en-US" sz="1200" b="1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3BA7CB3-2BAD-489F-A84C-DA9DCCAB1A1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0.2055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572CDD7-EECC-4105-8147-4D34163A4919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0.9407</a:t>
              </a:r>
              <a:endParaRPr lang="ko-KR" altLang="en-US" sz="1200" b="1" dirty="0"/>
            </a:p>
          </p:txBody>
        </p:sp>
      </p:grpSp>
      <p:pic>
        <p:nvPicPr>
          <p:cNvPr id="61" name="그림 60">
            <a:extLst>
              <a:ext uri="{FF2B5EF4-FFF2-40B4-BE49-F238E27FC236}">
                <a16:creationId xmlns:a16="http://schemas.microsoft.com/office/drawing/2014/main" id="{F43F1F3B-F94D-465A-9084-235DCAEF80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67" y="683264"/>
            <a:ext cx="3193671" cy="54258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3FFE607A-9055-45BD-91C9-14B1643221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267" y="2683183"/>
            <a:ext cx="3193671" cy="551047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C4561F27-51D6-4D8E-91F6-0B6B20D7BF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488" y="4715730"/>
            <a:ext cx="3227450" cy="54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7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8B064C1-4FCF-433E-8ED5-62F2FE532B57}"/>
              </a:ext>
            </a:extLst>
          </p:cNvPr>
          <p:cNvGrpSpPr/>
          <p:nvPr/>
        </p:nvGrpSpPr>
        <p:grpSpPr>
          <a:xfrm>
            <a:off x="725164" y="718968"/>
            <a:ext cx="5106109" cy="5869137"/>
            <a:chOff x="6465564" y="716172"/>
            <a:chExt cx="5106109" cy="5869137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C6DAE30-9462-4ECD-ACBF-CFEBE398D72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/>
                  <a:t>0.8250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>
                    <a:solidFill>
                      <a:srgbClr val="FF0000"/>
                    </a:solidFill>
                  </a:rPr>
                  <a:t>0.6535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pt-BR" altLang="ko-KR" sz="1200" dirty="0">
                    <a:solidFill>
                      <a:srgbClr val="FF0000"/>
                    </a:solidFill>
                  </a:rPr>
                  <a:t>0.7457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716172"/>
              <a:ext cx="3227450" cy="492774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2227"/>
              <a:ext cx="3227450" cy="50539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5885"/>
              <a:ext cx="3227450" cy="501653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3" y="1280084"/>
              <a:ext cx="3159110" cy="1263644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2563" y="3286680"/>
              <a:ext cx="3159110" cy="1263644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5313745"/>
              <a:ext cx="3178910" cy="1271564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94DFCA9-38BF-417B-846F-6C5A4F09C927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97B1A3-2ACA-4472-BCF9-A983374DDF1E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45986AA-20E1-480F-B460-D72807451AD7}"/>
              </a:ext>
            </a:extLst>
          </p:cNvPr>
          <p:cNvGrpSpPr/>
          <p:nvPr/>
        </p:nvGrpSpPr>
        <p:grpSpPr>
          <a:xfrm>
            <a:off x="6096000" y="1473154"/>
            <a:ext cx="1391446" cy="4647191"/>
            <a:chOff x="6465564" y="1473154"/>
            <a:chExt cx="1391446" cy="464719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E1C546-F7E5-4F7A-B4B8-338609D94481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4CE07B-5FC5-4822-ADC9-84D08307D226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210F29-DECB-4957-9924-5BF5D4B58FB5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B4E7ED7-121B-4D2A-8140-4EAAD0E8E01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0.9146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8E2CFF7-F485-44B7-8860-E378CF00BC2C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0.7551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D87586-2F33-401E-A81B-77630D846724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0.6904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E9E9B9A1-5119-4135-928A-606FD41425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000" y="1280084"/>
            <a:ext cx="3159109" cy="1263644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B4E35EA-546C-456A-943A-793771858C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999" y="3286680"/>
            <a:ext cx="3159109" cy="1263644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31FCE8-DBEE-4789-B1BF-0077EA7493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8" y="5310949"/>
            <a:ext cx="3192889" cy="127715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3A98A136-C9DA-4C9D-A1D2-37233922F7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8" y="716172"/>
            <a:ext cx="3227450" cy="492774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306BAA8D-B405-41FB-959C-AF049EE037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438" y="2712227"/>
            <a:ext cx="3193671" cy="505397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251C8F96-C315-470F-A730-BAD698E005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7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68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705725"/>
            <a:ext cx="54355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en-US" altLang="ko-KR" sz="44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36385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37612A-D5A3-495C-A8C8-EAEC10053BAF}"/>
              </a:ext>
            </a:extLst>
          </p:cNvPr>
          <p:cNvSpPr txBox="1"/>
          <p:nvPr/>
        </p:nvSpPr>
        <p:spPr>
          <a:xfrm>
            <a:off x="622385" y="850612"/>
            <a:ext cx="7899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en-US" altLang="ko-KR" sz="2000" b="1" dirty="0">
              <a:solidFill>
                <a:schemeClr val="accent5"/>
              </a:solidFill>
              <a:latin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C7DC6B-B019-4730-8D2E-7C8AC61B1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51080"/>
              </p:ext>
            </p:extLst>
          </p:nvPr>
        </p:nvGraphicFramePr>
        <p:xfrm>
          <a:off x="3511247" y="453563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B1B28B5-EEF5-4F92-831F-F24A28F86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725298"/>
              </p:ext>
            </p:extLst>
          </p:nvPr>
        </p:nvGraphicFramePr>
        <p:xfrm>
          <a:off x="7191835" y="453563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0.1561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0.3951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0.6399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0.8559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0.2905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0.3621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0.1942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0.2428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08415E4-3D06-4B65-A5D2-8E33D6912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90285"/>
              </p:ext>
            </p:extLst>
          </p:nvPr>
        </p:nvGraphicFramePr>
        <p:xfrm>
          <a:off x="3511247" y="3667172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0.2356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0.5072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0.2390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0.2627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0.3773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0.5396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0.9218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0.0361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801ED0B-36D8-4441-9A45-B295A07F9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34640"/>
              </p:ext>
            </p:extLst>
          </p:nvPr>
        </p:nvGraphicFramePr>
        <p:xfrm>
          <a:off x="7191835" y="3667172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0.6228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0.2082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0.2298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0.3704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0.5213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0.1271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0.9162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0.8923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6CA3452B-30BD-43B4-ACB8-F68F069660E9}"/>
              </a:ext>
            </a:extLst>
          </p:cNvPr>
          <p:cNvSpPr/>
          <p:nvPr/>
        </p:nvSpPr>
        <p:spPr>
          <a:xfrm>
            <a:off x="4283427" y="808872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A4E71B-B6AB-442F-A44A-652BE92D4339}"/>
              </a:ext>
            </a:extLst>
          </p:cNvPr>
          <p:cNvSpPr/>
          <p:nvPr/>
        </p:nvSpPr>
        <p:spPr>
          <a:xfrm>
            <a:off x="4283427" y="4022481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B0D801-2F56-4C09-8F8A-B765A424AB27}"/>
              </a:ext>
            </a:extLst>
          </p:cNvPr>
          <p:cNvSpPr/>
          <p:nvPr/>
        </p:nvSpPr>
        <p:spPr>
          <a:xfrm>
            <a:off x="7966427" y="4022481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DA75BC-1699-4A29-B927-AB0D72E166CD}"/>
              </a:ext>
            </a:extLst>
          </p:cNvPr>
          <p:cNvSpPr/>
          <p:nvPr/>
        </p:nvSpPr>
        <p:spPr>
          <a:xfrm>
            <a:off x="7966427" y="808872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8268F-2BC7-4FE6-A2BA-0999BEF158C8}"/>
              </a:ext>
            </a:extLst>
          </p:cNvPr>
          <p:cNvSpPr txBox="1"/>
          <p:nvPr/>
        </p:nvSpPr>
        <p:spPr>
          <a:xfrm>
            <a:off x="1479896" y="2993119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-0.45( 84.2%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BEA8F2-76E7-4A8B-B1F8-E7F4D9E93DE0}"/>
              </a:ext>
            </a:extLst>
          </p:cNvPr>
          <p:cNvSpPr txBox="1"/>
          <p:nvPr/>
        </p:nvSpPr>
        <p:spPr>
          <a:xfrm>
            <a:off x="1562672" y="1465320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-0.69( 80.7%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73FD8-4EED-4B46-A5DB-B1B2AE1DF6C7}"/>
              </a:ext>
            </a:extLst>
          </p:cNvPr>
          <p:cNvSpPr txBox="1"/>
          <p:nvPr/>
        </p:nvSpPr>
        <p:spPr>
          <a:xfrm>
            <a:off x="10609270" y="1198778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-0.88( 75.6 %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1B9795-1351-40E5-8930-E91AB9B115AC}"/>
              </a:ext>
            </a:extLst>
          </p:cNvPr>
          <p:cNvSpPr txBox="1"/>
          <p:nvPr/>
        </p:nvSpPr>
        <p:spPr>
          <a:xfrm>
            <a:off x="1335410" y="6280641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-0.44( 84.7 %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24F2BD-1B96-47FC-8FB2-62CEB122CFE3}"/>
              </a:ext>
            </a:extLst>
          </p:cNvPr>
          <p:cNvSpPr txBox="1"/>
          <p:nvPr/>
        </p:nvSpPr>
        <p:spPr>
          <a:xfrm>
            <a:off x="10638044" y="4958423"/>
            <a:ext cx="1577690" cy="602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-0.72( 75 %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0.48( 83.9 % 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3392F9-80BC-4E8B-8E24-B7F1CE7CFCCB}"/>
              </a:ext>
            </a:extLst>
          </p:cNvPr>
          <p:cNvSpPr txBox="1"/>
          <p:nvPr/>
        </p:nvSpPr>
        <p:spPr>
          <a:xfrm>
            <a:off x="10606589" y="6108971"/>
            <a:ext cx="1577690" cy="602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0.5( 73.7 %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-0.77( 79.5 %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60411-F333-4460-B2FD-6A920FD65927}"/>
              </a:ext>
            </a:extLst>
          </p:cNvPr>
          <p:cNvSpPr txBox="1"/>
          <p:nvPr/>
        </p:nvSpPr>
        <p:spPr>
          <a:xfrm>
            <a:off x="1703281" y="6483967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2.86 – 2.42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79A66F-36B6-4B56-AE61-8DEC2DE08371}"/>
              </a:ext>
            </a:extLst>
          </p:cNvPr>
          <p:cNvSpPr txBox="1"/>
          <p:nvPr/>
        </p:nvSpPr>
        <p:spPr>
          <a:xfrm>
            <a:off x="10958137" y="5137770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2.86 – 2.14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38B1BF-906B-4B35-9CAF-19E68519E01C}"/>
              </a:ext>
            </a:extLst>
          </p:cNvPr>
          <p:cNvSpPr txBox="1"/>
          <p:nvPr/>
        </p:nvSpPr>
        <p:spPr>
          <a:xfrm>
            <a:off x="11007394" y="5398031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2.97 – 3.45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2DEBAB-E48E-4927-BF8E-2332B339D5B5}"/>
              </a:ext>
            </a:extLst>
          </p:cNvPr>
          <p:cNvSpPr txBox="1"/>
          <p:nvPr/>
        </p:nvSpPr>
        <p:spPr>
          <a:xfrm>
            <a:off x="10854353" y="6263831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1.91 – 2.41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997347-3B10-4E60-B7A9-C74979A03270}"/>
              </a:ext>
            </a:extLst>
          </p:cNvPr>
          <p:cNvSpPr txBox="1"/>
          <p:nvPr/>
        </p:nvSpPr>
        <p:spPr>
          <a:xfrm>
            <a:off x="10868606" y="6529478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3.75 – 2.98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30EF85-CB02-4B64-AA22-052B7D2203AE}"/>
              </a:ext>
            </a:extLst>
          </p:cNvPr>
          <p:cNvSpPr txBox="1"/>
          <p:nvPr/>
        </p:nvSpPr>
        <p:spPr>
          <a:xfrm>
            <a:off x="1742205" y="1651301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3.6 – 2.91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3265D-BFB2-4F9D-B36D-E77CC5DB450F}"/>
              </a:ext>
            </a:extLst>
          </p:cNvPr>
          <p:cNvSpPr txBox="1"/>
          <p:nvPr/>
        </p:nvSpPr>
        <p:spPr>
          <a:xfrm>
            <a:off x="1703281" y="3122862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2.86 – 2.41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4C851-56C9-4491-9732-3603D6D89632}"/>
              </a:ext>
            </a:extLst>
          </p:cNvPr>
          <p:cNvSpPr txBox="1"/>
          <p:nvPr/>
        </p:nvSpPr>
        <p:spPr>
          <a:xfrm>
            <a:off x="10779922" y="1429319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3.6 – 2.72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609559-896D-4B3E-920B-DC49715433A4}"/>
              </a:ext>
            </a:extLst>
          </p:cNvPr>
          <p:cNvSpPr txBox="1"/>
          <p:nvPr/>
        </p:nvSpPr>
        <p:spPr>
          <a:xfrm>
            <a:off x="5065848" y="0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352ADA-6D05-4A46-AEAC-761997806291}"/>
              </a:ext>
            </a:extLst>
          </p:cNvPr>
          <p:cNvSpPr txBox="1"/>
          <p:nvPr/>
        </p:nvSpPr>
        <p:spPr>
          <a:xfrm>
            <a:off x="8439611" y="0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E9AA2D-35E4-4674-9B61-73CF74808F14}"/>
              </a:ext>
            </a:extLst>
          </p:cNvPr>
          <p:cNvSpPr txBox="1"/>
          <p:nvPr/>
        </p:nvSpPr>
        <p:spPr>
          <a:xfrm>
            <a:off x="213147" y="2887995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u="sng" dirty="0">
                <a:latin typeface="+mn-ea"/>
              </a:rPr>
              <a:t>Parallel</a:t>
            </a:r>
            <a:r>
              <a:rPr lang="ko-KR" altLang="en-US" sz="1000" b="1" u="sng" dirty="0">
                <a:latin typeface="+mn-ea"/>
              </a:rPr>
              <a:t>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5D4A79-FBC2-4610-8ADF-D292F5A035F1}"/>
              </a:ext>
            </a:extLst>
          </p:cNvPr>
          <p:cNvSpPr txBox="1"/>
          <p:nvPr/>
        </p:nvSpPr>
        <p:spPr>
          <a:xfrm>
            <a:off x="213147" y="6101604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u="sng" dirty="0">
                <a:latin typeface="+mn-ea"/>
              </a:rPr>
              <a:t>단일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E5E59CA-6800-482D-A2B2-3D60F431511E}"/>
              </a:ext>
            </a:extLst>
          </p:cNvPr>
          <p:cNvCxnSpPr>
            <a:cxnSpLocks/>
          </p:cNvCxnSpPr>
          <p:nvPr/>
        </p:nvCxnSpPr>
        <p:spPr>
          <a:xfrm flipV="1">
            <a:off x="10557011" y="1404778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9D2FDA9-283B-45AB-BA5C-C07A17BC6C83}"/>
              </a:ext>
            </a:extLst>
          </p:cNvPr>
          <p:cNvCxnSpPr>
            <a:cxnSpLocks/>
          </p:cNvCxnSpPr>
          <p:nvPr/>
        </p:nvCxnSpPr>
        <p:spPr>
          <a:xfrm>
            <a:off x="2917022" y="6483967"/>
            <a:ext cx="57997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3DE4729-94C4-46C4-A3E0-06EF22D1488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140362" y="1358053"/>
            <a:ext cx="370885" cy="26987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095EC86-063D-4CAA-9467-E6C6A3C7641D}"/>
              </a:ext>
            </a:extLst>
          </p:cNvPr>
          <p:cNvCxnSpPr>
            <a:cxnSpLocks/>
          </p:cNvCxnSpPr>
          <p:nvPr/>
        </p:nvCxnSpPr>
        <p:spPr>
          <a:xfrm>
            <a:off x="2993313" y="3182171"/>
            <a:ext cx="53693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16A7EEF-BB4F-4D83-AB42-BF0120860CD5}"/>
              </a:ext>
            </a:extLst>
          </p:cNvPr>
          <p:cNvCxnSpPr>
            <a:cxnSpLocks/>
          </p:cNvCxnSpPr>
          <p:nvPr/>
        </p:nvCxnSpPr>
        <p:spPr>
          <a:xfrm flipV="1">
            <a:off x="10609270" y="5188964"/>
            <a:ext cx="115914" cy="87177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4E5BE8B-2ED4-49BF-9077-36D69A542B63}"/>
              </a:ext>
            </a:extLst>
          </p:cNvPr>
          <p:cNvCxnSpPr>
            <a:cxnSpLocks/>
          </p:cNvCxnSpPr>
          <p:nvPr/>
        </p:nvCxnSpPr>
        <p:spPr>
          <a:xfrm flipV="1">
            <a:off x="10567334" y="6317257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581F74D-C1D7-4301-B6E8-B21B9083AAAA}"/>
              </a:ext>
            </a:extLst>
          </p:cNvPr>
          <p:cNvSpPr txBox="1"/>
          <p:nvPr/>
        </p:nvSpPr>
        <p:spPr>
          <a:xfrm>
            <a:off x="10606592" y="48639"/>
            <a:ext cx="1683199" cy="48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몇시간 뒤 시점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오차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7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유사율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관측수위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–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</a:t>
            </a:r>
            <a:endParaRPr lang="en-US" altLang="ko-KR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1952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271474"/>
            <a:ext cx="319288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19E61372-35B9-483E-A381-57B9F612BC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707985"/>
            <a:ext cx="3227450" cy="49314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993F61A-F69F-40C1-8D5C-4BFC4CF01F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2716152"/>
            <a:ext cx="3227450" cy="49754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02F4402-BD2B-4E72-B544-461FDE8812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4747938"/>
            <a:ext cx="3192891" cy="49754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C2DE13A7-7DF9-41A7-9C52-429951771B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149" y="1247792"/>
            <a:ext cx="3176257" cy="1315789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7F31BA5-06E0-4A1A-886D-FCE5CD9DF5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514" y="3240449"/>
            <a:ext cx="3192891" cy="1356107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09F7D660-6BCB-407E-9093-7D065543CB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588" y="5271474"/>
            <a:ext cx="3176257" cy="1356107"/>
          </a:xfrm>
          <a:prstGeom prst="rect">
            <a:avLst/>
          </a:prstGeom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B8630C6F-E466-4FB8-9E46-6C54E63AEA24}"/>
              </a:ext>
            </a:extLst>
          </p:cNvPr>
          <p:cNvGrpSpPr/>
          <p:nvPr/>
        </p:nvGrpSpPr>
        <p:grpSpPr>
          <a:xfrm>
            <a:off x="6096000" y="1566310"/>
            <a:ext cx="1290420" cy="4587791"/>
            <a:chOff x="668867" y="1566310"/>
            <a:chExt cx="1290420" cy="458779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3F3B0ED-D175-4324-9D52-7FC6F50DB433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83D530-A41E-4826-9EBC-5E416706A7CD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7B54A58-3E6E-4383-9463-14349A7C824E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31F500E-98DD-46EB-8530-40EC19A48F8D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0.8559 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818B57E-468C-483B-8F73-F440AFB53E74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0.6399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C7E9D73-0E84-4FEF-9A05-7510E99B2389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0.7441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8C0B0B4-63B2-4309-9242-51A339E94289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ED25D9-E0FD-4EA9-AC32-574FE74B99BE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6630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333B142-B8DE-4481-AE67-E875BE6A3CCC}"/>
              </a:ext>
            </a:extLst>
          </p:cNvPr>
          <p:cNvGrpSpPr/>
          <p:nvPr/>
        </p:nvGrpSpPr>
        <p:grpSpPr>
          <a:xfrm>
            <a:off x="725163" y="735021"/>
            <a:ext cx="5106109" cy="5911175"/>
            <a:chOff x="6465564" y="716406"/>
            <a:chExt cx="5106109" cy="591117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633956A-1F30-42A6-9C2E-8AC72E68C8A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0.8781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0.9470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0.6749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1" y="716406"/>
              <a:ext cx="3227450" cy="488741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6152"/>
              <a:ext cx="3227450" cy="49754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7938"/>
              <a:ext cx="3227450" cy="4975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1254012"/>
              <a:ext cx="3192890" cy="131578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3240449"/>
              <a:ext cx="3192890" cy="1356107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5271474"/>
              <a:ext cx="3192890" cy="1356107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352FD2BF-8119-485A-9393-0277B16DC6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735021"/>
            <a:ext cx="3227450" cy="48874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F2E9A1E-8D96-4E42-A483-4E3D0D1522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2734767"/>
            <a:ext cx="3227450" cy="49754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C3DC0BD6-9639-49EB-ADEA-20BB9A2A5E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3" y="4766553"/>
            <a:ext cx="3192891" cy="497547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CD272238-596B-4FC5-9F13-F3BC4A2D37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8" y="1272627"/>
            <a:ext cx="3176257" cy="131578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2565C861-271A-4F77-8556-F429AFA523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4" y="3259064"/>
            <a:ext cx="3192891" cy="1356107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AB5EE2DB-EEE9-4EEB-924E-1B46E2C0F2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8" y="5290089"/>
            <a:ext cx="3176257" cy="1356107"/>
          </a:xfrm>
          <a:prstGeom prst="rect">
            <a:avLst/>
          </a:prstGeom>
        </p:spPr>
      </p:pic>
      <p:grpSp>
        <p:nvGrpSpPr>
          <p:cNvPr id="64" name="그룹 63">
            <a:extLst>
              <a:ext uri="{FF2B5EF4-FFF2-40B4-BE49-F238E27FC236}">
                <a16:creationId xmlns:a16="http://schemas.microsoft.com/office/drawing/2014/main" id="{226AD3C4-51E4-48F9-83A0-DFEEA0CED653}"/>
              </a:ext>
            </a:extLst>
          </p:cNvPr>
          <p:cNvGrpSpPr/>
          <p:nvPr/>
        </p:nvGrpSpPr>
        <p:grpSpPr>
          <a:xfrm>
            <a:off x="6096000" y="1491769"/>
            <a:ext cx="1391446" cy="4647191"/>
            <a:chOff x="6465564" y="1473154"/>
            <a:chExt cx="1391446" cy="4647191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112BE1A-B1B2-4E8F-86D2-F3A9A57AB1DD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8DB10FD-BE2B-4770-AF79-1B2822A967B0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C9ACC9E-2762-4915-950C-570E04BDED0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C26D49C-5C76-4D1B-83EF-DE8816396302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0.8301 </a:t>
              </a:r>
              <a:endParaRPr lang="ko-KR" altLang="en-US" sz="1200" b="1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C947141-5703-46E3-8793-2FE7A56DAA4C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0.9182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090B415-9281-410D-AD59-18C174088F31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0.5656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47C680B5-A693-4B69-98C8-EBFFA4B69F9F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463360-07ED-4A89-8191-A8D952503CF6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310950"/>
            <a:ext cx="3192888" cy="127715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0.8436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0.5072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0.9090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839D0C-BDDB-45FA-828A-1C597DAB4B08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502A9-0334-4C1B-B354-EED9C46E4346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E903110-A8DE-46F3-8E51-E69C5B8328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711312"/>
            <a:ext cx="3227450" cy="4931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B4A6FD3A-4401-4C6E-AAF2-11F4BCDDF6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2719479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BDFB695-E1B8-4575-9523-87641E8AB5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4751265"/>
            <a:ext cx="3192891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D399483-F76F-4DB6-81D2-7A73360CD3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150" y="1273762"/>
            <a:ext cx="3176254" cy="12705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5BDDFDE-275C-4D91-91B7-C74ABB9F92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515" y="3283251"/>
            <a:ext cx="3192889" cy="127715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F0EEA11-3A4C-4B60-960B-402779133E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589" y="5317603"/>
            <a:ext cx="3176254" cy="1270502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10873ED0-477F-4E31-BD34-0D8A5909CAD6}"/>
              </a:ext>
            </a:extLst>
          </p:cNvPr>
          <p:cNvGrpSpPr/>
          <p:nvPr/>
        </p:nvGrpSpPr>
        <p:grpSpPr>
          <a:xfrm>
            <a:off x="6096000" y="1569637"/>
            <a:ext cx="1290420" cy="4587791"/>
            <a:chOff x="668867" y="1566310"/>
            <a:chExt cx="1290420" cy="4587791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33C37AC-E4E5-4282-AF14-0DA9393142A5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7E71D5F-EBAA-4BCB-914C-F2DBFA7DE1E3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8D5D86B-CBD6-405D-B800-4DAF1BD487DF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EEB544-1458-4491-B9E2-4C2602B27EEF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735634F-B8A2-4E1E-98EB-AB2664E500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0.6228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F544A5C-724F-4B6A-A36A-E1350E312BC7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0.9422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6806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0AB8D3F-F63D-4477-8A97-4EC9FB50BA10}"/>
              </a:ext>
            </a:extLst>
          </p:cNvPr>
          <p:cNvGrpSpPr/>
          <p:nvPr/>
        </p:nvGrpSpPr>
        <p:grpSpPr>
          <a:xfrm>
            <a:off x="784430" y="716406"/>
            <a:ext cx="5106109" cy="5871699"/>
            <a:chOff x="6465564" y="716406"/>
            <a:chExt cx="5106109" cy="587169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633956A-1F30-42A6-9C2E-8AC72E68C8A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0.9005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0.9218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0.5396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1" y="716406"/>
              <a:ext cx="3227450" cy="488741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6152"/>
              <a:ext cx="3227450" cy="49754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7938"/>
              <a:ext cx="3227450" cy="4975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1273328"/>
              <a:ext cx="3192890" cy="1277156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3279924"/>
              <a:ext cx="3192890" cy="1277156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7278" y="5310949"/>
              <a:ext cx="3192890" cy="1277156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839D0C-BDDB-45FA-828A-1C597DAB4B08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502A9-0334-4C1B-B354-EED9C46E4346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B2036619-EBAB-4AED-8C19-7226956222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716406"/>
            <a:ext cx="3227450" cy="488741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2F49C07E-F263-440D-988C-B70057C9A3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2716152"/>
            <a:ext cx="3227450" cy="497547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CCA581A-81C1-461E-B289-375F6FF964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3" y="4747938"/>
            <a:ext cx="3192891" cy="497547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40956401-F3C7-45F6-A39F-196B3D1D1D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9" y="1276655"/>
            <a:ext cx="3176254" cy="1270502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074EF78-ED30-4358-8D62-A769BA94D0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5" y="3279924"/>
            <a:ext cx="3192889" cy="127715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2FAC4DA-2D2C-4B37-A8B0-DE50562881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9" y="5314276"/>
            <a:ext cx="3176254" cy="1270502"/>
          </a:xfrm>
          <a:prstGeom prst="rect">
            <a:avLst/>
          </a:prstGeom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59D41A4F-3D20-4C57-9D35-320DE8801E16}"/>
              </a:ext>
            </a:extLst>
          </p:cNvPr>
          <p:cNvGrpSpPr/>
          <p:nvPr/>
        </p:nvGrpSpPr>
        <p:grpSpPr>
          <a:xfrm>
            <a:off x="6096000" y="1473154"/>
            <a:ext cx="1391446" cy="4647191"/>
            <a:chOff x="6465564" y="1473154"/>
            <a:chExt cx="1391446" cy="464719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CE703C4-0EE7-4232-94C7-D9A72119BBD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4B49274-E628-4393-B180-299347B07751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ABA46B-D8F9-4B41-9FC5-4F54D602DE21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12FEDF1-D97B-435F-9B8F-A43A797C89A4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0.8923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E52BFDD-2488-4E77-BD81-D426FAEC629C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0.9162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C806ECA-B065-40E2-B2BE-1A34D0B9AB98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0.5213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75713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367171"/>
            <a:ext cx="5435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2020</a:t>
            </a:r>
            <a:r>
              <a:rPr lang="ko-KR" altLang="en-US" sz="4400" b="1" dirty="0">
                <a:latin typeface="+mj-ea"/>
              </a:rPr>
              <a:t>년 이후 데이터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en-US" altLang="ko-KR" sz="4400" b="1" dirty="0">
                <a:latin typeface="+mj-ea"/>
              </a:rPr>
              <a:t>+ </a:t>
            </a:r>
            <a:r>
              <a:rPr lang="ko-KR" altLang="en-US" sz="4400" b="1" dirty="0">
                <a:latin typeface="+mj-ea"/>
                <a:ea typeface="+mj-ea"/>
              </a:rPr>
              <a:t>관심수위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en-US" altLang="ko-KR" sz="44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28429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2020</a:t>
            </a:r>
            <a:r>
              <a:rPr lang="ko-KR" altLang="en-US" sz="2000" b="1" dirty="0">
                <a:latin typeface="+mj-ea"/>
              </a:rPr>
              <a:t>년 이후 데이터</a:t>
            </a:r>
            <a:endParaRPr lang="en-US" altLang="ko-KR" sz="2000" b="1" dirty="0">
              <a:latin typeface="+mj-ea"/>
            </a:endParaRPr>
          </a:p>
          <a:p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endParaRPr lang="en-US" altLang="ko-KR" sz="2000" b="1" dirty="0">
              <a:solidFill>
                <a:schemeClr val="accent5"/>
              </a:solidFill>
              <a:latin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E97A349-51C0-4276-AAE6-51B454BA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35014"/>
              </p:ext>
            </p:extLst>
          </p:nvPr>
        </p:nvGraphicFramePr>
        <p:xfrm>
          <a:off x="3485849" y="648297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479B4F-D476-4DB9-B534-E96D6F096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41725"/>
              </p:ext>
            </p:extLst>
          </p:nvPr>
        </p:nvGraphicFramePr>
        <p:xfrm>
          <a:off x="7166437" y="648297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0.0900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0.2342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0.3001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-0.5266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0.4623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0.3573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0.4743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0.0883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0.2179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3B74B0D-0BD9-483E-A219-746028801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51914"/>
              </p:ext>
            </p:extLst>
          </p:nvPr>
        </p:nvGraphicFramePr>
        <p:xfrm>
          <a:off x="3485849" y="3861906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0.1604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0.3842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0.0862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0.2608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0.2937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0.7163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0.2582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0.3972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0.5081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0.4315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0.1644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0.2032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EF99D7B-99E5-4CF6-8DFB-6141333A9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971996"/>
              </p:ext>
            </p:extLst>
          </p:nvPr>
        </p:nvGraphicFramePr>
        <p:xfrm>
          <a:off x="7166437" y="3861906"/>
          <a:ext cx="339782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누적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0.5927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0.2388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0.7324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0.2436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0.3876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0.4936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0.3858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0.1666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0.1452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D4C360-6C81-43F3-AE5F-A5A13A7FF0C5}"/>
              </a:ext>
            </a:extLst>
          </p:cNvPr>
          <p:cNvSpPr/>
          <p:nvPr/>
        </p:nvSpPr>
        <p:spPr>
          <a:xfrm>
            <a:off x="4258029" y="1003606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9CD58-756D-443C-A7B4-8F899AFC51EC}"/>
              </a:ext>
            </a:extLst>
          </p:cNvPr>
          <p:cNvSpPr/>
          <p:nvPr/>
        </p:nvSpPr>
        <p:spPr>
          <a:xfrm>
            <a:off x="4258029" y="4217215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C63050-2EB3-49FF-AE68-A279B28152FF}"/>
              </a:ext>
            </a:extLst>
          </p:cNvPr>
          <p:cNvSpPr/>
          <p:nvPr/>
        </p:nvSpPr>
        <p:spPr>
          <a:xfrm>
            <a:off x="7941029" y="4217215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221E28-D074-4452-BAEA-95580E672060}"/>
              </a:ext>
            </a:extLst>
          </p:cNvPr>
          <p:cNvSpPr/>
          <p:nvPr/>
        </p:nvSpPr>
        <p:spPr>
          <a:xfrm>
            <a:off x="7941029" y="1003606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FC3B8-016A-44A5-B5E7-6ED4D73856C6}"/>
              </a:ext>
            </a:extLst>
          </p:cNvPr>
          <p:cNvSpPr txBox="1"/>
          <p:nvPr/>
        </p:nvSpPr>
        <p:spPr>
          <a:xfrm>
            <a:off x="213147" y="2887995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u="sng" dirty="0">
                <a:latin typeface="+mn-ea"/>
              </a:rPr>
              <a:t>Parallel</a:t>
            </a:r>
            <a:r>
              <a:rPr lang="ko-KR" altLang="en-US" sz="1000" b="1" u="sng" dirty="0">
                <a:latin typeface="+mn-ea"/>
              </a:rPr>
              <a:t>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CC111C-B777-4FFF-894B-558EB4C803AF}"/>
              </a:ext>
            </a:extLst>
          </p:cNvPr>
          <p:cNvSpPr txBox="1"/>
          <p:nvPr/>
        </p:nvSpPr>
        <p:spPr>
          <a:xfrm>
            <a:off x="213147" y="6101604"/>
            <a:ext cx="149013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u="sng" dirty="0">
                <a:latin typeface="+mn-ea"/>
              </a:rPr>
              <a:t>단일 </a:t>
            </a:r>
            <a:r>
              <a:rPr lang="en-US" altLang="ko-KR" sz="1000" b="1" u="sng" dirty="0">
                <a:latin typeface="+mn-ea"/>
              </a:rPr>
              <a:t>LSTM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96DCE-A9C5-4599-88CB-17F9D877D366}"/>
              </a:ext>
            </a:extLst>
          </p:cNvPr>
          <p:cNvSpPr txBox="1"/>
          <p:nvPr/>
        </p:nvSpPr>
        <p:spPr>
          <a:xfrm>
            <a:off x="1489085" y="1537745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-0.68( 81.1%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A9CAF1-4EC7-4039-A116-38E5A0714487}"/>
              </a:ext>
            </a:extLst>
          </p:cNvPr>
          <p:cNvSpPr txBox="1"/>
          <p:nvPr/>
        </p:nvSpPr>
        <p:spPr>
          <a:xfrm>
            <a:off x="1469502" y="2217733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-0.82( 82.2%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DCEC23-35B4-404A-98BC-5F18D410A8B3}"/>
              </a:ext>
            </a:extLst>
          </p:cNvPr>
          <p:cNvSpPr txBox="1"/>
          <p:nvPr/>
        </p:nvSpPr>
        <p:spPr>
          <a:xfrm>
            <a:off x="1443750" y="2864605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-0.58( 84.7% 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032641-CF3F-44D4-9998-5E4321C850EF}"/>
              </a:ext>
            </a:extLst>
          </p:cNvPr>
          <p:cNvSpPr txBox="1"/>
          <p:nvPr/>
        </p:nvSpPr>
        <p:spPr>
          <a:xfrm>
            <a:off x="1476509" y="6065084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0.31( 84 %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23B091-34C1-4A3E-90AE-8193960D5AAB}"/>
              </a:ext>
            </a:extLst>
          </p:cNvPr>
          <p:cNvSpPr txBox="1"/>
          <p:nvPr/>
        </p:nvSpPr>
        <p:spPr>
          <a:xfrm>
            <a:off x="10606592" y="6068702"/>
            <a:ext cx="1577690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1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:  0.29( 84.6 %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28C195-6EA4-43A3-A9B1-369510A902FF}"/>
              </a:ext>
            </a:extLst>
          </p:cNvPr>
          <p:cNvSpPr txBox="1"/>
          <p:nvPr/>
        </p:nvSpPr>
        <p:spPr>
          <a:xfrm>
            <a:off x="1688371" y="624161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1.91 – 2.22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F66D9E-6053-49BD-A96C-0378766E3B99}"/>
              </a:ext>
            </a:extLst>
          </p:cNvPr>
          <p:cNvSpPr txBox="1"/>
          <p:nvPr/>
        </p:nvSpPr>
        <p:spPr>
          <a:xfrm>
            <a:off x="10854356" y="627716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1.91 – 2.2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EEC36D-CA2F-4039-974E-57742C0C4AC6}"/>
              </a:ext>
            </a:extLst>
          </p:cNvPr>
          <p:cNvSpPr txBox="1"/>
          <p:nvPr/>
        </p:nvSpPr>
        <p:spPr>
          <a:xfrm>
            <a:off x="1720065" y="1720377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3.6 – 2.92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3A0A4-C1D2-42F2-BC7A-DA0CF1866092}"/>
              </a:ext>
            </a:extLst>
          </p:cNvPr>
          <p:cNvSpPr txBox="1"/>
          <p:nvPr/>
        </p:nvSpPr>
        <p:spPr>
          <a:xfrm>
            <a:off x="1734050" y="2385785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4.62 – 3.8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64BA6D-8C5E-44FA-B5D3-020DEB099718}"/>
              </a:ext>
            </a:extLst>
          </p:cNvPr>
          <p:cNvSpPr txBox="1"/>
          <p:nvPr/>
        </p:nvSpPr>
        <p:spPr>
          <a:xfrm>
            <a:off x="1720065" y="3050024"/>
            <a:ext cx="1082162" cy="32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3.75 – 3.17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170C6E-1B50-4C25-8C5C-E45FF9226E0F}"/>
              </a:ext>
            </a:extLst>
          </p:cNvPr>
          <p:cNvSpPr txBox="1"/>
          <p:nvPr/>
        </p:nvSpPr>
        <p:spPr>
          <a:xfrm>
            <a:off x="4981181" y="194734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22B771-FD57-4176-9558-44B6203E5F8C}"/>
              </a:ext>
            </a:extLst>
          </p:cNvPr>
          <p:cNvSpPr txBox="1"/>
          <p:nvPr/>
        </p:nvSpPr>
        <p:spPr>
          <a:xfrm>
            <a:off x="8354944" y="194734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4F572B7-227C-4B4D-A703-3CBEBE2BF9CD}"/>
              </a:ext>
            </a:extLst>
          </p:cNvPr>
          <p:cNvCxnSpPr>
            <a:cxnSpLocks/>
          </p:cNvCxnSpPr>
          <p:nvPr/>
        </p:nvCxnSpPr>
        <p:spPr>
          <a:xfrm flipV="1">
            <a:off x="10559386" y="6277165"/>
            <a:ext cx="14142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041DFB-9E5D-4C4F-978F-26AF1D3A77F2}"/>
              </a:ext>
            </a:extLst>
          </p:cNvPr>
          <p:cNvCxnSpPr>
            <a:cxnSpLocks/>
          </p:cNvCxnSpPr>
          <p:nvPr/>
        </p:nvCxnSpPr>
        <p:spPr>
          <a:xfrm flipV="1">
            <a:off x="3021440" y="2300421"/>
            <a:ext cx="444826" cy="9785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D35463C-73BB-4F8B-A987-D6B9E7CBF84D}"/>
              </a:ext>
            </a:extLst>
          </p:cNvPr>
          <p:cNvCxnSpPr>
            <a:cxnSpLocks/>
          </p:cNvCxnSpPr>
          <p:nvPr/>
        </p:nvCxnSpPr>
        <p:spPr>
          <a:xfrm flipV="1">
            <a:off x="3048403" y="3055118"/>
            <a:ext cx="410482" cy="505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5F41A6B-CC10-4BA9-8467-FFF7B477FAC9}"/>
              </a:ext>
            </a:extLst>
          </p:cNvPr>
          <p:cNvCxnSpPr>
            <a:cxnSpLocks/>
          </p:cNvCxnSpPr>
          <p:nvPr/>
        </p:nvCxnSpPr>
        <p:spPr>
          <a:xfrm flipV="1">
            <a:off x="3002918" y="1550135"/>
            <a:ext cx="464409" cy="1834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0D048E4-DCB8-46CC-B939-69345F922D1D}"/>
              </a:ext>
            </a:extLst>
          </p:cNvPr>
          <p:cNvSpPr txBox="1"/>
          <p:nvPr/>
        </p:nvSpPr>
        <p:spPr>
          <a:xfrm>
            <a:off x="10606592" y="48639"/>
            <a:ext cx="1683199" cy="48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몇시간 뒤 시점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오차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7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유사율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관측수위 </a:t>
            </a:r>
            <a:r>
              <a:rPr lang="en-US" altLang="ko-KR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– </a:t>
            </a:r>
            <a:r>
              <a: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</a:t>
            </a:r>
            <a:endParaRPr lang="en-US" altLang="ko-KR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6973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CD92792-3FCC-4893-B388-36A0662DA9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1247792"/>
            <a:ext cx="3227450" cy="131578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DF4466D-AF5F-4B4A-8769-A55A56B22E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3240449"/>
            <a:ext cx="3192891" cy="135610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837FC9E0-D2D7-4163-B69B-525413CE2D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5271474"/>
            <a:ext cx="3192891" cy="1356107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C8FD1A65-E043-49ED-B31E-79C8FBE718A3}"/>
              </a:ext>
            </a:extLst>
          </p:cNvPr>
          <p:cNvGrpSpPr/>
          <p:nvPr/>
        </p:nvGrpSpPr>
        <p:grpSpPr>
          <a:xfrm>
            <a:off x="6096000" y="1566310"/>
            <a:ext cx="1290420" cy="4587791"/>
            <a:chOff x="668867" y="1566310"/>
            <a:chExt cx="1290420" cy="458779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F3DDE4-747A-496C-B1A6-3739C932943F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462851A-030C-4F58-99AD-A5EB0D826434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29C910-E325-415B-9351-3CC32B54BD6D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1367D4-7C34-4B78-91CD-BE357E4D7C6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0.7527</a:t>
              </a:r>
              <a:endParaRPr lang="ko-KR" altLang="en-US" sz="12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6796E21-B190-4DFA-89C5-5FB6793C470F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-0.5266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811C7C-31F4-4F92-B799-B7F7059CE27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0.8523</a:t>
              </a:r>
              <a:endParaRPr lang="ko-KR" altLang="en-US" sz="1200" b="1" dirty="0"/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A5C3AB43-222C-4CC3-8882-EBEBF220FB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707985"/>
            <a:ext cx="3227450" cy="493143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63D0917-0AD5-414F-8271-00BBEA14A3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2716152"/>
            <a:ext cx="3227450" cy="497547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699ADE0-33DC-467E-9400-8AAC1E758E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4747938"/>
            <a:ext cx="3192891" cy="497547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1E6E874-C8F8-4C02-8FE1-E325719A3314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DCFE8-A62C-40DA-85B1-C9024754ABFB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1270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005F787-465E-449E-BDED-CE4AA0A9F58F}"/>
              </a:ext>
            </a:extLst>
          </p:cNvPr>
          <p:cNvGrpSpPr/>
          <p:nvPr/>
        </p:nvGrpSpPr>
        <p:grpSpPr>
          <a:xfrm>
            <a:off x="784431" y="716406"/>
            <a:ext cx="5106110" cy="5911175"/>
            <a:chOff x="6465564" y="716406"/>
            <a:chExt cx="5106110" cy="591117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633956A-1F30-42A6-9C2E-8AC72E68C8A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0.8840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0.8647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0.6077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1" y="716406"/>
              <a:ext cx="3227450" cy="488741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6152"/>
              <a:ext cx="3227450" cy="49754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7938"/>
              <a:ext cx="3227450" cy="4975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8784" y="1254012"/>
              <a:ext cx="3192890" cy="131578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8783" y="3240449"/>
              <a:ext cx="3192889" cy="1356107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2" y="5271474"/>
              <a:ext cx="3195542" cy="1356107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Parallel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191DDE4-8E68-4F14-9801-93025C29DBF2}"/>
              </a:ext>
            </a:extLst>
          </p:cNvPr>
          <p:cNvGrpSpPr/>
          <p:nvPr/>
        </p:nvGrpSpPr>
        <p:grpSpPr>
          <a:xfrm>
            <a:off x="6096000" y="1473154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23E6AC-3F4E-4D00-9E37-08C17D88D779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6A3296-3A7F-4861-92CD-E0A5B1ECE877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017274-C706-4B72-9DFF-373F829D5F6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E60ABD-4928-43D5-BAAE-0CEA3E095FB9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0.8631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BE2DA9-0215-444B-8B19-A5B5B291C759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0.9528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3C11E22-5BA4-4039-95C4-1FC9B97C098D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0.6739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0209881F-D361-4AD7-8FD5-55D5547305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9" y="1254012"/>
            <a:ext cx="3176257" cy="1315789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737E6BC-C00E-4BB4-9337-2484BA6EB1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8" y="3240449"/>
            <a:ext cx="3192891" cy="135610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B475674-E32A-4876-90AF-7F59711728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8" y="5271474"/>
            <a:ext cx="3176257" cy="135610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F4770A-7BFB-4948-B1CC-FB37070EDB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716406"/>
            <a:ext cx="3227450" cy="488741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9D7FBB5-C162-4ACE-BC41-A69654426A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2716152"/>
            <a:ext cx="3227450" cy="497547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963C6224-2E81-4BD4-8455-6A9ABA85C0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3" y="4747938"/>
            <a:ext cx="3192891" cy="497547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F9AC799-5897-411C-9ECA-056A42879D53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72FB4F-3C76-4684-B1B0-30B100321FF6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5824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310949"/>
            <a:ext cx="3192890" cy="12771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0.7163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0.3842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0.9578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A16614-0E01-4E9B-BCE6-75429A223FE7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6299D-84F3-4BFB-807E-0EC71347901A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092E19B0-D0BE-4E96-AC4F-1751CDBC3C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1260196"/>
            <a:ext cx="3227449" cy="129098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4DBFAEA-91CE-4FA3-82DB-C92A69322D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3279924"/>
            <a:ext cx="3192889" cy="127715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2D7AA5D-E7C7-4A4A-B261-3DB4BBC30C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5310949"/>
            <a:ext cx="3192889" cy="1277156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A02ED773-AD02-437E-AE8C-8C55D12E4ECB}"/>
              </a:ext>
            </a:extLst>
          </p:cNvPr>
          <p:cNvGrpSpPr/>
          <p:nvPr/>
        </p:nvGrpSpPr>
        <p:grpSpPr>
          <a:xfrm>
            <a:off x="6096000" y="1566310"/>
            <a:ext cx="1290420" cy="4587791"/>
            <a:chOff x="668867" y="1566310"/>
            <a:chExt cx="1290420" cy="458779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EA35AF0-F734-4E28-8014-DCA156F384D6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F439664-B07F-44EB-A7A5-5AED45940BCA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1F4D94-6436-41AA-9575-640FE9CDDC6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6C88664-0586-4972-93A6-DB582B773C3C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0.7324</a:t>
              </a:r>
              <a:endParaRPr lang="ko-KR" altLang="en-US" sz="1200" b="1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DD4C024-5A9E-4215-9DD9-D9B1DC7B9898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0.5927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9454AE-3B16-4754-B357-D992EFA2E89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0.9719</a:t>
              </a:r>
              <a:endParaRPr lang="ko-KR" altLang="en-US" sz="1200" b="1" dirty="0"/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9DC4210B-6F62-43A7-B43A-D6D8C55578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707985"/>
            <a:ext cx="3227450" cy="493143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6EDD7C41-358B-4E8C-B9FE-E002135B52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5" y="2716152"/>
            <a:ext cx="3227450" cy="497547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67E142F9-8B9D-4C39-BE98-C91337638E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474793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33FD260-9A36-4262-89F6-DF9048FBBAD2}"/>
              </a:ext>
            </a:extLst>
          </p:cNvPr>
          <p:cNvGrpSpPr/>
          <p:nvPr/>
        </p:nvGrpSpPr>
        <p:grpSpPr>
          <a:xfrm>
            <a:off x="792894" y="715876"/>
            <a:ext cx="5106110" cy="5872229"/>
            <a:chOff x="6465564" y="716406"/>
            <a:chExt cx="5106110" cy="587222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633956A-1F30-42A6-9C2E-8AC72E68C8A0}"/>
                </a:ext>
              </a:extLst>
            </p:cNvPr>
            <p:cNvGrpSpPr/>
            <p:nvPr/>
          </p:nvGrpSpPr>
          <p:grpSpPr>
            <a:xfrm>
              <a:off x="6465564" y="1473154"/>
              <a:ext cx="1391446" cy="4647191"/>
              <a:chOff x="6465564" y="1473154"/>
              <a:chExt cx="1391446" cy="464719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A255B5-0345-410B-80F9-2AFF909E4C46}"/>
                  </a:ext>
                </a:extLst>
              </p:cNvPr>
              <p:cNvSpPr txBox="1"/>
              <p:nvPr/>
            </p:nvSpPr>
            <p:spPr>
              <a:xfrm>
                <a:off x="6465564" y="5503969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testdata_250814</a:t>
                </a:r>
                <a:endParaRPr lang="ko-KR" altLang="en-US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49A747-00BF-4A4A-A0D9-CB38768F9B9A}"/>
                  </a:ext>
                </a:extLst>
              </p:cNvPr>
              <p:cNvSpPr txBox="1"/>
              <p:nvPr/>
            </p:nvSpPr>
            <p:spPr>
              <a:xfrm>
                <a:off x="6465564" y="3478697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250716</a:t>
                </a:r>
                <a:endParaRPr lang="ko-KR" altLang="en-US" sz="1200" b="1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780478-A6EF-4462-AD5A-1F9DE5B39403}"/>
                  </a:ext>
                </a:extLst>
              </p:cNvPr>
              <p:cNvSpPr txBox="1"/>
              <p:nvPr/>
            </p:nvSpPr>
            <p:spPr>
              <a:xfrm>
                <a:off x="6472432" y="147315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 err="1"/>
                  <a:t>testdata</a:t>
                </a:r>
                <a:r>
                  <a:rPr lang="en-US" altLang="ko-KR" sz="1200" b="1" dirty="0"/>
                  <a:t>_ 240723</a:t>
                </a:r>
                <a:endParaRPr lang="ko-KR" altLang="en-US" sz="1200" b="1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13AD81-9D77-4840-BEEF-57179F7C5A87}"/>
                  </a:ext>
                </a:extLst>
              </p:cNvPr>
              <p:cNvSpPr txBox="1"/>
              <p:nvPr/>
            </p:nvSpPr>
            <p:spPr>
              <a:xfrm>
                <a:off x="6465564" y="5843346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0.9172</a:t>
                </a:r>
                <a:endParaRPr lang="ko-KR" altLang="en-US" sz="12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42ED54-E154-45FD-9E22-F3DB582A0E2E}"/>
                  </a:ext>
                </a:extLst>
              </p:cNvPr>
              <p:cNvSpPr txBox="1"/>
              <p:nvPr/>
            </p:nvSpPr>
            <p:spPr>
              <a:xfrm>
                <a:off x="6465564" y="3818074"/>
                <a:ext cx="1384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/>
                  <a:t>0.9106</a:t>
                </a:r>
                <a:endParaRPr lang="ko-KR" altLang="en-US" sz="12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FE82EB6-8861-41EE-940F-7D3C39D3265A}"/>
                  </a:ext>
                </a:extLst>
              </p:cNvPr>
              <p:cNvSpPr txBox="1"/>
              <p:nvPr/>
            </p:nvSpPr>
            <p:spPr>
              <a:xfrm>
                <a:off x="6472432" y="1812531"/>
                <a:ext cx="13845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latinLnBrk="1"/>
                <a:r>
                  <a:rPr lang="en-US" altLang="ko-KR" sz="1200" b="1" dirty="0"/>
                  <a:t>R2 : </a:t>
                </a:r>
                <a:r>
                  <a:rPr lang="en-US" altLang="ko-KR" sz="1200" dirty="0">
                    <a:solidFill>
                      <a:srgbClr val="FF0000"/>
                    </a:solidFill>
                  </a:rPr>
                  <a:t>0.4315</a:t>
                </a:r>
                <a:endParaRPr lang="pt-BR" altLang="ko-KR" sz="1200" dirty="0"/>
              </a:p>
              <a:p>
                <a:pPr algn="ctr" latinLnBrk="1"/>
                <a:endParaRPr lang="ko-KR" altLang="en-US" sz="1200" b="1" dirty="0"/>
              </a:p>
            </p:txBody>
          </p:sp>
        </p:grp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3A9FA09-4C55-4047-B157-8A89D4BA7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1" y="716406"/>
              <a:ext cx="3227450" cy="488741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9FB5B3B8-D3C4-426E-A3EB-702A5203B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4223" y="2716152"/>
              <a:ext cx="3227450" cy="497547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06C84D-618D-4489-8E29-C63A6FBD5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9662" y="4747938"/>
              <a:ext cx="3227450" cy="497547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9D11161-F507-458B-AD75-9380CEEBB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8784" y="1273328"/>
              <a:ext cx="3192890" cy="1277156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6992310A-AF00-4935-B2D8-4BBC37A6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8783" y="3279925"/>
              <a:ext cx="3192889" cy="1277155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5414DBF1-66B4-428D-8122-CBEC2AC6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7592" y="5310419"/>
              <a:ext cx="3195542" cy="1278216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– 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단일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LSTM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A16614-0E01-4E9B-BCE6-75429A223FE7}"/>
              </a:ext>
            </a:extLst>
          </p:cNvPr>
          <p:cNvSpPr txBox="1"/>
          <p:nvPr/>
        </p:nvSpPr>
        <p:spPr>
          <a:xfrm>
            <a:off x="3647011" y="163647"/>
            <a:ext cx="1141073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6299D-84F3-4BFB-807E-0EC71347901A}"/>
              </a:ext>
            </a:extLst>
          </p:cNvPr>
          <p:cNvSpPr txBox="1"/>
          <p:nvPr/>
        </p:nvSpPr>
        <p:spPr>
          <a:xfrm>
            <a:off x="8801489" y="169329"/>
            <a:ext cx="1754724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관심 수위 이상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 err="1">
                <a:latin typeface="+mn-ea"/>
              </a:rPr>
              <a:t>누적강우</a:t>
            </a:r>
            <a:endParaRPr lang="en-US" altLang="ko-KR" sz="1000" b="1" dirty="0"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41483FD-3BD1-448A-8AB3-BF5058EF9D84}"/>
              </a:ext>
            </a:extLst>
          </p:cNvPr>
          <p:cNvGrpSpPr/>
          <p:nvPr/>
        </p:nvGrpSpPr>
        <p:grpSpPr>
          <a:xfrm>
            <a:off x="6096000" y="1472624"/>
            <a:ext cx="1391446" cy="4647191"/>
            <a:chOff x="6465564" y="1473154"/>
            <a:chExt cx="1391446" cy="464719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ACE7D4B-CB5D-4983-A849-DF0FF889466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DBAF1D-E43B-4D36-8840-5D226ACB6D87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4C23F91-3F1B-4201-AA85-DCD09ADF2830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CAB5E88-2C0A-4DA7-B2AD-94AFBB5DFC6B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BECF856-F2DA-4E35-96EA-7EC5AF36A0CA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5E453C4-7356-4D35-8FD0-1D4AC8E745F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7BBC7292-FB2F-40B0-BB54-3BEEF0D476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20" y="1276125"/>
            <a:ext cx="3176254" cy="127050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ED98998-FB8B-485E-B2B9-E9FA40D505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8" y="3190000"/>
            <a:ext cx="3192891" cy="1277156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CEAEB11E-484A-41E7-B576-74EE93B035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219" y="5313746"/>
            <a:ext cx="3176254" cy="1270502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5C9FB493-A295-453A-9D9C-B8C1223CB6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715876"/>
            <a:ext cx="3227450" cy="48874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0C82C319-D250-416A-BFBE-5851FF2B03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25" y="2715622"/>
            <a:ext cx="3227450" cy="497547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FDAC0943-D24F-4B15-9AD0-D2D17E2FF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83" y="474740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06597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9904</TotalTime>
  <Words>2588</Words>
  <Application>Microsoft Office PowerPoint</Application>
  <PresentationFormat>와이드스크린</PresentationFormat>
  <Paragraphs>1137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1363</cp:revision>
  <dcterms:created xsi:type="dcterms:W3CDTF">2025-11-18T00:02:37Z</dcterms:created>
  <dcterms:modified xsi:type="dcterms:W3CDTF">2026-02-02T00:44:28Z</dcterms:modified>
</cp:coreProperties>
</file>